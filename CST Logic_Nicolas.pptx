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61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2994" userDrawn="1">
          <p15:clr>
            <a:srgbClr val="A4A3A4"/>
          </p15:clr>
        </p15:guide>
        <p15:guide id="5" pos="2934" userDrawn="1">
          <p15:clr>
            <a:srgbClr val="A4A3A4"/>
          </p15:clr>
        </p15:guide>
        <p15:guide id="6" pos="2826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8A8"/>
    <a:srgbClr val="C2ECFB"/>
    <a:srgbClr val="ACBBC5"/>
    <a:srgbClr val="F7FA78"/>
    <a:srgbClr val="00ABE7"/>
    <a:srgbClr val="2EBEEF"/>
    <a:srgbClr val="93D5F6"/>
    <a:srgbClr val="CEEBFC"/>
    <a:srgbClr val="0057B7"/>
    <a:srgbClr val="000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E12A9-E9D6-4299-A7BF-3E91FE730240}" v="329" dt="2026-07-24T01:29:37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04" autoAdjust="0"/>
  </p:normalViewPr>
  <p:slideViewPr>
    <p:cSldViewPr snapToGrid="0" snapToObjects="1">
      <p:cViewPr varScale="1">
        <p:scale>
          <a:sx n="146" d="100"/>
          <a:sy n="146" d="100"/>
        </p:scale>
        <p:origin x="402" y="114"/>
      </p:cViewPr>
      <p:guideLst>
        <p:guide orient="horz" pos="1752"/>
        <p:guide orient="horz" pos="612"/>
        <p:guide orient="horz" pos="1854"/>
        <p:guide orient="horz" pos="2994"/>
        <p:guide pos="2934"/>
        <p:guide pos="2826"/>
        <p:guide pos="5538"/>
        <p:guide pos="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BEBCD458-1472-443B-8616-221ED4FCAD17}"/>
    <pc:docChg chg="undo custSel addSld modSld">
      <pc:chgData name="Yang Zhen SGH CDAY223" userId="58c6818a-3577-4ae3-8238-bcb4cc81b368" providerId="ADAL" clId="{BEBCD458-1472-443B-8616-221ED4FCAD17}" dt="2026-07-24T01:30:01.336" v="2300" actId="20577"/>
      <pc:docMkLst>
        <pc:docMk/>
      </pc:docMkLst>
      <pc:sldChg chg="addSp delSp modSp add mod">
        <pc:chgData name="Yang Zhen SGH CDAY223" userId="58c6818a-3577-4ae3-8238-bcb4cc81b368" providerId="ADAL" clId="{BEBCD458-1472-443B-8616-221ED4FCAD17}" dt="2026-07-23T06:33:29.827" v="1846" actId="208"/>
        <pc:sldMkLst>
          <pc:docMk/>
          <pc:sldMk cId="3466089900" sldId="261"/>
        </pc:sldMkLst>
        <pc:spChg chg="mod">
          <ac:chgData name="Yang Zhen SGH CDAY223" userId="58c6818a-3577-4ae3-8238-bcb4cc81b368" providerId="ADAL" clId="{BEBCD458-1472-443B-8616-221ED4FCAD17}" dt="2026-07-23T05:24:57.978" v="771" actId="1076"/>
          <ac:spMkLst>
            <pc:docMk/>
            <pc:sldMk cId="3466089900" sldId="261"/>
            <ac:spMk id="11" creationId="{0BCD895D-D44A-A9B4-F145-0FC41E02AAD5}"/>
          </ac:spMkLst>
        </pc:spChg>
        <pc:spChg chg="mod">
          <ac:chgData name="Yang Zhen SGH CDAY223" userId="58c6818a-3577-4ae3-8238-bcb4cc81b368" providerId="ADAL" clId="{BEBCD458-1472-443B-8616-221ED4FCAD17}" dt="2026-07-23T06:03:22.974" v="1807"/>
          <ac:spMkLst>
            <pc:docMk/>
            <pc:sldMk cId="3466089900" sldId="261"/>
            <ac:spMk id="35" creationId="{2A24E38B-3F4A-EFF2-0C04-5D4020572949}"/>
          </ac:spMkLst>
        </pc:spChg>
        <pc:spChg chg="add mod">
          <ac:chgData name="Yang Zhen SGH CDAY223" userId="58c6818a-3577-4ae3-8238-bcb4cc81b368" providerId="ADAL" clId="{BEBCD458-1472-443B-8616-221ED4FCAD17}" dt="2026-07-23T05:22:33.489" v="658" actId="1036"/>
          <ac:spMkLst>
            <pc:docMk/>
            <pc:sldMk cId="3466089900" sldId="261"/>
            <ac:spMk id="38" creationId="{B53A3EA2-133A-A66B-1488-8CC86F956644}"/>
          </ac:spMkLst>
        </pc:spChg>
        <pc:spChg chg="mod">
          <ac:chgData name="Yang Zhen SGH CDAY223" userId="58c6818a-3577-4ae3-8238-bcb4cc81b368" providerId="ADAL" clId="{BEBCD458-1472-443B-8616-221ED4FCAD17}" dt="2026-07-23T05:23:20.913" v="679" actId="1076"/>
          <ac:spMkLst>
            <pc:docMk/>
            <pc:sldMk cId="3466089900" sldId="261"/>
            <ac:spMk id="40" creationId="{47246910-195C-8252-ADE8-12ADF3F8CA80}"/>
          </ac:spMkLst>
        </pc:spChg>
        <pc:spChg chg="mod">
          <ac:chgData name="Yang Zhen SGH CDAY223" userId="58c6818a-3577-4ae3-8238-bcb4cc81b368" providerId="ADAL" clId="{BEBCD458-1472-443B-8616-221ED4FCAD17}" dt="2026-07-23T05:52:16.869" v="1548" actId="20577"/>
          <ac:spMkLst>
            <pc:docMk/>
            <pc:sldMk cId="3466089900" sldId="261"/>
            <ac:spMk id="41" creationId="{06151FA6-B28C-FE24-16F8-B4F32AF29735}"/>
          </ac:spMkLst>
        </pc:spChg>
        <pc:spChg chg="mod">
          <ac:chgData name="Yang Zhen SGH CDAY223" userId="58c6818a-3577-4ae3-8238-bcb4cc81b368" providerId="ADAL" clId="{BEBCD458-1472-443B-8616-221ED4FCAD17}" dt="2026-07-23T05:52:24.754" v="1558" actId="20577"/>
          <ac:spMkLst>
            <pc:docMk/>
            <pc:sldMk cId="3466089900" sldId="261"/>
            <ac:spMk id="44" creationId="{C283D3E5-1932-2552-BD6A-9B14FE96A428}"/>
          </ac:spMkLst>
        </pc:spChg>
        <pc:spChg chg="mod">
          <ac:chgData name="Yang Zhen SGH CDAY223" userId="58c6818a-3577-4ae3-8238-bcb4cc81b368" providerId="ADAL" clId="{BEBCD458-1472-443B-8616-221ED4FCAD17}" dt="2026-07-23T05:52:02.534" v="1544" actId="13926"/>
          <ac:spMkLst>
            <pc:docMk/>
            <pc:sldMk cId="3466089900" sldId="261"/>
            <ac:spMk id="45" creationId="{AA3D03A3-153F-23E1-F037-221849F2B7EE}"/>
          </ac:spMkLst>
        </pc:spChg>
        <pc:spChg chg="mod">
          <ac:chgData name="Yang Zhen SGH CDAY223" userId="58c6818a-3577-4ae3-8238-bcb4cc81b368" providerId="ADAL" clId="{BEBCD458-1472-443B-8616-221ED4FCAD17}" dt="2026-07-23T06:04:05.517" v="1824" actId="14100"/>
          <ac:spMkLst>
            <pc:docMk/>
            <pc:sldMk cId="3466089900" sldId="261"/>
            <ac:spMk id="46" creationId="{9211907B-969C-529C-27AC-729EB130D02E}"/>
          </ac:spMkLst>
        </pc:spChg>
        <pc:spChg chg="mod">
          <ac:chgData name="Yang Zhen SGH CDAY223" userId="58c6818a-3577-4ae3-8238-bcb4cc81b368" providerId="ADAL" clId="{BEBCD458-1472-443B-8616-221ED4FCAD17}" dt="2026-07-23T06:04:29.203" v="1828" actId="20577"/>
          <ac:spMkLst>
            <pc:docMk/>
            <pc:sldMk cId="3466089900" sldId="261"/>
            <ac:spMk id="47" creationId="{5AF8FA28-13DE-59B5-1E91-AC5142294AAB}"/>
          </ac:spMkLst>
        </pc:spChg>
        <pc:spChg chg="del mod">
          <ac:chgData name="Yang Zhen SGH CDAY223" userId="58c6818a-3577-4ae3-8238-bcb4cc81b368" providerId="ADAL" clId="{BEBCD458-1472-443B-8616-221ED4FCAD17}" dt="2026-07-23T05:50:11.164" v="1507" actId="478"/>
          <ac:spMkLst>
            <pc:docMk/>
            <pc:sldMk cId="3466089900" sldId="261"/>
            <ac:spMk id="48" creationId="{F27520B2-5975-0FE1-8CA7-55AEB225C562}"/>
          </ac:spMkLst>
        </pc:spChg>
        <pc:spChg chg="mod">
          <ac:chgData name="Yang Zhen SGH CDAY223" userId="58c6818a-3577-4ae3-8238-bcb4cc81b368" providerId="ADAL" clId="{BEBCD458-1472-443B-8616-221ED4FCAD17}" dt="2026-07-23T05:53:26.762" v="1562" actId="20577"/>
          <ac:spMkLst>
            <pc:docMk/>
            <pc:sldMk cId="3466089900" sldId="261"/>
            <ac:spMk id="49" creationId="{C0A0D570-DB5C-D209-B9E1-038BF71A0CD8}"/>
          </ac:spMkLst>
        </pc:spChg>
        <pc:spChg chg="add mod">
          <ac:chgData name="Yang Zhen SGH CDAY223" userId="58c6818a-3577-4ae3-8238-bcb4cc81b368" providerId="ADAL" clId="{BEBCD458-1472-443B-8616-221ED4FCAD17}" dt="2026-07-23T05:22:53.657" v="661" actId="14100"/>
          <ac:spMkLst>
            <pc:docMk/>
            <pc:sldMk cId="3466089900" sldId="261"/>
            <ac:spMk id="52" creationId="{8F0898D3-3F99-94CB-B91C-22A19935BF04}"/>
          </ac:spMkLst>
        </pc:spChg>
        <pc:spChg chg="add mod ord">
          <ac:chgData name="Yang Zhen SGH CDAY223" userId="58c6818a-3577-4ae3-8238-bcb4cc81b368" providerId="ADAL" clId="{BEBCD458-1472-443B-8616-221ED4FCAD17}" dt="2026-07-23T05:44:00.767" v="1180" actId="167"/>
          <ac:spMkLst>
            <pc:docMk/>
            <pc:sldMk cId="3466089900" sldId="261"/>
            <ac:spMk id="53" creationId="{2E757C8D-F8C6-C384-281F-4793CE0C6908}"/>
          </ac:spMkLst>
        </pc:spChg>
        <pc:spChg chg="add mod">
          <ac:chgData name="Yang Zhen SGH CDAY223" userId="58c6818a-3577-4ae3-8238-bcb4cc81b368" providerId="ADAL" clId="{BEBCD458-1472-443B-8616-221ED4FCAD17}" dt="2026-07-23T05:35:47.754" v="877" actId="1076"/>
          <ac:spMkLst>
            <pc:docMk/>
            <pc:sldMk cId="3466089900" sldId="261"/>
            <ac:spMk id="54" creationId="{CBA4E754-9973-7F4E-512F-23D204CFB3FD}"/>
          </ac:spMkLst>
        </pc:spChg>
        <pc:spChg chg="add mod">
          <ac:chgData name="Yang Zhen SGH CDAY223" userId="58c6818a-3577-4ae3-8238-bcb4cc81b368" providerId="ADAL" clId="{BEBCD458-1472-443B-8616-221ED4FCAD17}" dt="2026-07-23T05:36:12.237" v="941"/>
          <ac:spMkLst>
            <pc:docMk/>
            <pc:sldMk cId="3466089900" sldId="261"/>
            <ac:spMk id="55" creationId="{7A93CE4E-C202-B3CD-CA45-A5364D460C26}"/>
          </ac:spMkLst>
        </pc:spChg>
        <pc:spChg chg="add mod ord">
          <ac:chgData name="Yang Zhen SGH CDAY223" userId="58c6818a-3577-4ae3-8238-bcb4cc81b368" providerId="ADAL" clId="{BEBCD458-1472-443B-8616-221ED4FCAD17}" dt="2026-07-23T05:44:02.536" v="1181" actId="167"/>
          <ac:spMkLst>
            <pc:docMk/>
            <pc:sldMk cId="3466089900" sldId="261"/>
            <ac:spMk id="56" creationId="{C0FFF644-CB7F-A6C8-12E1-91BD31BAA89F}"/>
          </ac:spMkLst>
        </pc:spChg>
        <pc:spChg chg="add del mod">
          <ac:chgData name="Yang Zhen SGH CDAY223" userId="58c6818a-3577-4ae3-8238-bcb4cc81b368" providerId="ADAL" clId="{BEBCD458-1472-443B-8616-221ED4FCAD17}" dt="2026-07-23T05:33:51.799" v="869" actId="478"/>
          <ac:spMkLst>
            <pc:docMk/>
            <pc:sldMk cId="3466089900" sldId="261"/>
            <ac:spMk id="57" creationId="{B1D33DD4-C073-3CF0-0102-08BE1FAE84F9}"/>
          </ac:spMkLst>
        </pc:spChg>
        <pc:spChg chg="add mod">
          <ac:chgData name="Yang Zhen SGH CDAY223" userId="58c6818a-3577-4ae3-8238-bcb4cc81b368" providerId="ADAL" clId="{BEBCD458-1472-443B-8616-221ED4FCAD17}" dt="2026-07-23T05:35:40.013" v="876" actId="207"/>
          <ac:spMkLst>
            <pc:docMk/>
            <pc:sldMk cId="3466089900" sldId="261"/>
            <ac:spMk id="58" creationId="{BC6096C1-29A3-A507-6277-C04A2EDB4222}"/>
          </ac:spMkLst>
        </pc:spChg>
        <pc:spChg chg="add mod">
          <ac:chgData name="Yang Zhen SGH CDAY223" userId="58c6818a-3577-4ae3-8238-bcb4cc81b368" providerId="ADAL" clId="{BEBCD458-1472-443B-8616-221ED4FCAD17}" dt="2026-07-23T05:36:42.789" v="945" actId="207"/>
          <ac:spMkLst>
            <pc:docMk/>
            <pc:sldMk cId="3466089900" sldId="261"/>
            <ac:spMk id="61" creationId="{F23A59DA-857F-6686-C75A-23B541E8A25D}"/>
          </ac:spMkLst>
        </pc:spChg>
        <pc:spChg chg="add mod">
          <ac:chgData name="Yang Zhen SGH CDAY223" userId="58c6818a-3577-4ae3-8238-bcb4cc81b368" providerId="ADAL" clId="{BEBCD458-1472-443B-8616-221ED4FCAD17}" dt="2026-07-23T05:40:12.336" v="1075" actId="1076"/>
          <ac:spMkLst>
            <pc:docMk/>
            <pc:sldMk cId="3466089900" sldId="261"/>
            <ac:spMk id="63" creationId="{D3740B67-4928-8C8C-CEC4-BB56D543734E}"/>
          </ac:spMkLst>
        </pc:spChg>
        <pc:spChg chg="add mod">
          <ac:chgData name="Yang Zhen SGH CDAY223" userId="58c6818a-3577-4ae3-8238-bcb4cc81b368" providerId="ADAL" clId="{BEBCD458-1472-443B-8616-221ED4FCAD17}" dt="2026-07-23T05:42:30.546" v="1171" actId="1076"/>
          <ac:spMkLst>
            <pc:docMk/>
            <pc:sldMk cId="3466089900" sldId="261"/>
            <ac:spMk id="67" creationId="{91286DF9-684F-D9BE-E668-4CAB5CE1B313}"/>
          </ac:spMkLst>
        </pc:spChg>
        <pc:spChg chg="add mod ord">
          <ac:chgData name="Yang Zhen SGH CDAY223" userId="58c6818a-3577-4ae3-8238-bcb4cc81b368" providerId="ADAL" clId="{BEBCD458-1472-443B-8616-221ED4FCAD17}" dt="2026-07-23T05:43:38.632" v="1177" actId="167"/>
          <ac:spMkLst>
            <pc:docMk/>
            <pc:sldMk cId="3466089900" sldId="261"/>
            <ac:spMk id="68" creationId="{37073895-C328-AD2B-CBEB-F879562F66FF}"/>
          </ac:spMkLst>
        </pc:spChg>
        <pc:spChg chg="add mod">
          <ac:chgData name="Yang Zhen SGH CDAY223" userId="58c6818a-3577-4ae3-8238-bcb4cc81b368" providerId="ADAL" clId="{BEBCD458-1472-443B-8616-221ED4FCAD17}" dt="2026-07-23T06:03:06.416" v="1797" actId="1076"/>
          <ac:spMkLst>
            <pc:docMk/>
            <pc:sldMk cId="3466089900" sldId="261"/>
            <ac:spMk id="81" creationId="{89CCE5C2-4CCF-5592-092A-DA60711FA514}"/>
          </ac:spMkLst>
        </pc:spChg>
        <pc:spChg chg="add mod">
          <ac:chgData name="Yang Zhen SGH CDAY223" userId="58c6818a-3577-4ae3-8238-bcb4cc81b368" providerId="ADAL" clId="{BEBCD458-1472-443B-8616-221ED4FCAD17}" dt="2026-07-23T06:05:07.158" v="1842" actId="1076"/>
          <ac:spMkLst>
            <pc:docMk/>
            <pc:sldMk cId="3466089900" sldId="261"/>
            <ac:spMk id="87" creationId="{05DD48FA-C4D7-80F1-CE3E-3A0E59C0001F}"/>
          </ac:spMkLst>
        </pc:spChg>
        <pc:cxnChg chg="add mod">
          <ac:chgData name="Yang Zhen SGH CDAY223" userId="58c6818a-3577-4ae3-8238-bcb4cc81b368" providerId="ADAL" clId="{BEBCD458-1472-443B-8616-221ED4FCAD17}" dt="2026-07-23T05:20:30.753" v="627" actId="1037"/>
          <ac:cxnSpMkLst>
            <pc:docMk/>
            <pc:sldMk cId="3466089900" sldId="261"/>
            <ac:cxnSpMk id="10" creationId="{98C46430-E7F0-A873-AD20-845A4B725896}"/>
          </ac:cxnSpMkLst>
        </pc:cxnChg>
        <pc:cxnChg chg="mod">
          <ac:chgData name="Yang Zhen SGH CDAY223" userId="58c6818a-3577-4ae3-8238-bcb4cc81b368" providerId="ADAL" clId="{BEBCD458-1472-443B-8616-221ED4FCAD17}" dt="2026-07-23T05:52:08.434" v="1545" actId="14100"/>
          <ac:cxnSpMkLst>
            <pc:docMk/>
            <pc:sldMk cId="3466089900" sldId="261"/>
            <ac:cxnSpMk id="14" creationId="{281F298B-D0AA-C4B5-0782-F7F4D6D3BB7B}"/>
          </ac:cxnSpMkLst>
        </pc:cxnChg>
        <pc:cxnChg chg="mod">
          <ac:chgData name="Yang Zhen SGH CDAY223" userId="58c6818a-3577-4ae3-8238-bcb4cc81b368" providerId="ADAL" clId="{BEBCD458-1472-443B-8616-221ED4FCAD17}" dt="2026-07-23T05:44:46.174" v="1188" actId="14100"/>
          <ac:cxnSpMkLst>
            <pc:docMk/>
            <pc:sldMk cId="3466089900" sldId="261"/>
            <ac:cxnSpMk id="15" creationId="{A0B702AA-7CED-DD25-21C7-8505DD58DFAC}"/>
          </ac:cxnSpMkLst>
        </pc:cxnChg>
        <pc:cxnChg chg="add mod">
          <ac:chgData name="Yang Zhen SGH CDAY223" userId="58c6818a-3577-4ae3-8238-bcb4cc81b368" providerId="ADAL" clId="{BEBCD458-1472-443B-8616-221ED4FCAD17}" dt="2026-07-23T05:20:44.993" v="629" actId="1076"/>
          <ac:cxnSpMkLst>
            <pc:docMk/>
            <pc:sldMk cId="3466089900" sldId="261"/>
            <ac:cxnSpMk id="16" creationId="{9BFE056F-8EF7-18AE-63B5-9A62F06A38AE}"/>
          </ac:cxnSpMkLst>
        </pc:cxnChg>
        <pc:cxnChg chg="add mod">
          <ac:chgData name="Yang Zhen SGH CDAY223" userId="58c6818a-3577-4ae3-8238-bcb4cc81b368" providerId="ADAL" clId="{BEBCD458-1472-443B-8616-221ED4FCAD17}" dt="2026-07-23T05:21:10.754" v="635" actId="1038"/>
          <ac:cxnSpMkLst>
            <pc:docMk/>
            <pc:sldMk cId="3466089900" sldId="261"/>
            <ac:cxnSpMk id="21" creationId="{2B55EA21-37E2-39AE-A8AC-3CF153D171B1}"/>
          </ac:cxnSpMkLst>
        </pc:cxnChg>
        <pc:cxnChg chg="add mod">
          <ac:chgData name="Yang Zhen SGH CDAY223" userId="58c6818a-3577-4ae3-8238-bcb4cc81b368" providerId="ADAL" clId="{BEBCD458-1472-443B-8616-221ED4FCAD17}" dt="2026-07-23T05:21:22.481" v="641" actId="1035"/>
          <ac:cxnSpMkLst>
            <pc:docMk/>
            <pc:sldMk cId="3466089900" sldId="261"/>
            <ac:cxnSpMk id="24" creationId="{4AF03F23-4402-B6D7-6C76-D4B064BBF4C8}"/>
          </ac:cxnSpMkLst>
        </pc:cxnChg>
        <pc:cxnChg chg="mod">
          <ac:chgData name="Yang Zhen SGH CDAY223" userId="58c6818a-3577-4ae3-8238-bcb4cc81b368" providerId="ADAL" clId="{BEBCD458-1472-443B-8616-221ED4FCAD17}" dt="2026-07-23T06:02:06.422" v="1785" actId="14100"/>
          <ac:cxnSpMkLst>
            <pc:docMk/>
            <pc:sldMk cId="3466089900" sldId="261"/>
            <ac:cxnSpMk id="31" creationId="{36F13E7E-29DF-FCB8-5BC7-3C3DAEA74537}"/>
          </ac:cxnSpMkLst>
        </pc:cxnChg>
        <pc:cxnChg chg="add mod">
          <ac:chgData name="Yang Zhen SGH CDAY223" userId="58c6818a-3577-4ae3-8238-bcb4cc81b368" providerId="ADAL" clId="{BEBCD458-1472-443B-8616-221ED4FCAD17}" dt="2026-07-23T05:21:37.087" v="643" actId="1076"/>
          <ac:cxnSpMkLst>
            <pc:docMk/>
            <pc:sldMk cId="3466089900" sldId="261"/>
            <ac:cxnSpMk id="32" creationId="{B26DAFB7-E24C-6EB0-47A0-611573DFE34F}"/>
          </ac:cxnSpMkLst>
        </pc:cxnChg>
        <pc:cxnChg chg="add mod">
          <ac:chgData name="Yang Zhen SGH CDAY223" userId="58c6818a-3577-4ae3-8238-bcb4cc81b368" providerId="ADAL" clId="{BEBCD458-1472-443B-8616-221ED4FCAD17}" dt="2026-07-23T05:21:48.305" v="647" actId="1038"/>
          <ac:cxnSpMkLst>
            <pc:docMk/>
            <pc:sldMk cId="3466089900" sldId="261"/>
            <ac:cxnSpMk id="36" creationId="{E49777AA-0F8F-E555-A6D1-957F45DCF5B4}"/>
          </ac:cxnSpMkLst>
        </pc:cxnChg>
        <pc:cxnChg chg="mod">
          <ac:chgData name="Yang Zhen SGH CDAY223" userId="58c6818a-3577-4ae3-8238-bcb4cc81b368" providerId="ADAL" clId="{BEBCD458-1472-443B-8616-221ED4FCAD17}" dt="2026-07-23T06:33:29.827" v="1846" actId="208"/>
          <ac:cxnSpMkLst>
            <pc:docMk/>
            <pc:sldMk cId="3466089900" sldId="261"/>
            <ac:cxnSpMk id="59" creationId="{B3DA0F87-508A-20EF-3477-B130851F53BD}"/>
          </ac:cxnSpMkLst>
        </pc:cxnChg>
        <pc:cxnChg chg="mod">
          <ac:chgData name="Yang Zhen SGH CDAY223" userId="58c6818a-3577-4ae3-8238-bcb4cc81b368" providerId="ADAL" clId="{BEBCD458-1472-443B-8616-221ED4FCAD17}" dt="2026-07-23T05:44:49.482" v="1189" actId="14100"/>
          <ac:cxnSpMkLst>
            <pc:docMk/>
            <pc:sldMk cId="3466089900" sldId="261"/>
            <ac:cxnSpMk id="60" creationId="{FB4D7C05-38BC-CA32-15CA-DB26CEE587C5}"/>
          </ac:cxnSpMkLst>
        </pc:cxnChg>
        <pc:cxnChg chg="mod">
          <ac:chgData name="Yang Zhen SGH CDAY223" userId="58c6818a-3577-4ae3-8238-bcb4cc81b368" providerId="ADAL" clId="{BEBCD458-1472-443B-8616-221ED4FCAD17}" dt="2026-07-23T05:31:50" v="843" actId="1076"/>
          <ac:cxnSpMkLst>
            <pc:docMk/>
            <pc:sldMk cId="3466089900" sldId="261"/>
            <ac:cxnSpMk id="62" creationId="{C485E875-2745-F13B-A4F2-1B17CFD39C00}"/>
          </ac:cxnSpMkLst>
        </pc:cxnChg>
        <pc:cxnChg chg="add mod">
          <ac:chgData name="Yang Zhen SGH CDAY223" userId="58c6818a-3577-4ae3-8238-bcb4cc81b368" providerId="ADAL" clId="{BEBCD458-1472-443B-8616-221ED4FCAD17}" dt="2026-07-23T05:44:33.934" v="1187" actId="14100"/>
          <ac:cxnSpMkLst>
            <pc:docMk/>
            <pc:sldMk cId="3466089900" sldId="261"/>
            <ac:cxnSpMk id="65" creationId="{2FAF935C-B688-3982-E010-A2C1F898AFEB}"/>
          </ac:cxnSpMkLst>
        </pc:cxnChg>
        <pc:cxnChg chg="add mod">
          <ac:chgData name="Yang Zhen SGH CDAY223" userId="58c6818a-3577-4ae3-8238-bcb4cc81b368" providerId="ADAL" clId="{BEBCD458-1472-443B-8616-221ED4FCAD17}" dt="2026-07-23T05:40:58.878" v="1082" actId="1035"/>
          <ac:cxnSpMkLst>
            <pc:docMk/>
            <pc:sldMk cId="3466089900" sldId="261"/>
            <ac:cxnSpMk id="66" creationId="{2EF40D64-D6C7-9724-B12F-BE783E2A4E1F}"/>
          </ac:cxnSpMkLst>
        </pc:cxnChg>
        <pc:cxnChg chg="add del mod">
          <ac:chgData name="Yang Zhen SGH CDAY223" userId="58c6818a-3577-4ae3-8238-bcb4cc81b368" providerId="ADAL" clId="{BEBCD458-1472-443B-8616-221ED4FCAD17}" dt="2026-07-23T06:02:26.144" v="1787" actId="478"/>
          <ac:cxnSpMkLst>
            <pc:docMk/>
            <pc:sldMk cId="3466089900" sldId="261"/>
            <ac:cxnSpMk id="71" creationId="{7EF73952-D4D1-6429-030E-6B0A4E774C5D}"/>
          </ac:cxnSpMkLst>
        </pc:cxnChg>
        <pc:cxnChg chg="add mod">
          <ac:chgData name="Yang Zhen SGH CDAY223" userId="58c6818a-3577-4ae3-8238-bcb4cc81b368" providerId="ADAL" clId="{BEBCD458-1472-443B-8616-221ED4FCAD17}" dt="2026-07-23T06:00:31.487" v="1757" actId="1076"/>
          <ac:cxnSpMkLst>
            <pc:docMk/>
            <pc:sldMk cId="3466089900" sldId="261"/>
            <ac:cxnSpMk id="77" creationId="{2BB23030-5B90-6B60-0803-B5D1380F7B24}"/>
          </ac:cxnSpMkLst>
        </pc:cxnChg>
        <pc:cxnChg chg="add mod">
          <ac:chgData name="Yang Zhen SGH CDAY223" userId="58c6818a-3577-4ae3-8238-bcb4cc81b368" providerId="ADAL" clId="{BEBCD458-1472-443B-8616-221ED4FCAD17}" dt="2026-07-23T06:01:09.102" v="1761" actId="1037"/>
          <ac:cxnSpMkLst>
            <pc:docMk/>
            <pc:sldMk cId="3466089900" sldId="261"/>
            <ac:cxnSpMk id="78" creationId="{9D1644DF-6346-E32B-2171-B5E15086C3C8}"/>
          </ac:cxnSpMkLst>
        </pc:cxnChg>
        <pc:cxnChg chg="add mod">
          <ac:chgData name="Yang Zhen SGH CDAY223" userId="58c6818a-3577-4ae3-8238-bcb4cc81b368" providerId="ADAL" clId="{BEBCD458-1472-443B-8616-221ED4FCAD17}" dt="2026-07-23T06:02:01.218" v="1784" actId="14100"/>
          <ac:cxnSpMkLst>
            <pc:docMk/>
            <pc:sldMk cId="3466089900" sldId="261"/>
            <ac:cxnSpMk id="82" creationId="{8AF61131-0D6E-EC5E-4188-D2E0CC455C02}"/>
          </ac:cxnSpMkLst>
        </pc:cxnChg>
      </pc:sldChg>
      <pc:sldChg chg="addSp delSp modSp add mod">
        <pc:chgData name="Yang Zhen SGH CDAY223" userId="58c6818a-3577-4ae3-8238-bcb4cc81b368" providerId="ADAL" clId="{BEBCD458-1472-443B-8616-221ED4FCAD17}" dt="2026-07-24T01:30:01.336" v="2300" actId="20577"/>
        <pc:sldMkLst>
          <pc:docMk/>
          <pc:sldMk cId="797498013" sldId="262"/>
        </pc:sldMkLst>
        <pc:spChg chg="del mod">
          <ac:chgData name="Yang Zhen SGH CDAY223" userId="58c6818a-3577-4ae3-8238-bcb4cc81b368" providerId="ADAL" clId="{BEBCD458-1472-443B-8616-221ED4FCAD17}" dt="2026-07-23T07:59:32.204" v="2189" actId="478"/>
          <ac:spMkLst>
            <pc:docMk/>
            <pc:sldMk cId="797498013" sldId="262"/>
            <ac:spMk id="30" creationId="{7FA0EEA0-AD43-E298-F888-86DEA72C17CB}"/>
          </ac:spMkLst>
        </pc:spChg>
        <pc:spChg chg="mod">
          <ac:chgData name="Yang Zhen SGH CDAY223" userId="58c6818a-3577-4ae3-8238-bcb4cc81b368" providerId="ADAL" clId="{BEBCD458-1472-443B-8616-221ED4FCAD17}" dt="2026-07-23T07:59:39.242" v="2191" actId="1076"/>
          <ac:spMkLst>
            <pc:docMk/>
            <pc:sldMk cId="797498013" sldId="262"/>
            <ac:spMk id="34" creationId="{A6FF1DC2-9178-A76A-E278-BE627DCA8692}"/>
          </ac:spMkLst>
        </pc:spChg>
        <pc:spChg chg="mod">
          <ac:chgData name="Yang Zhen SGH CDAY223" userId="58c6818a-3577-4ae3-8238-bcb4cc81b368" providerId="ADAL" clId="{BEBCD458-1472-443B-8616-221ED4FCAD17}" dt="2026-07-23T07:53:05.509" v="1867" actId="14100"/>
          <ac:spMkLst>
            <pc:docMk/>
            <pc:sldMk cId="797498013" sldId="262"/>
            <ac:spMk id="35" creationId="{3C18B90B-99A4-9B8D-CDEA-51E45EE5E2AF}"/>
          </ac:spMkLst>
        </pc:spChg>
        <pc:spChg chg="mod">
          <ac:chgData name="Yang Zhen SGH CDAY223" userId="58c6818a-3577-4ae3-8238-bcb4cc81b368" providerId="ADAL" clId="{BEBCD458-1472-443B-8616-221ED4FCAD17}" dt="2026-07-23T07:53:34.367" v="1883" actId="1076"/>
          <ac:spMkLst>
            <pc:docMk/>
            <pc:sldMk cId="797498013" sldId="262"/>
            <ac:spMk id="46" creationId="{63728767-3410-28F7-CB36-831D9DEC87CE}"/>
          </ac:spMkLst>
        </pc:spChg>
        <pc:spChg chg="mod">
          <ac:chgData name="Yang Zhen SGH CDAY223" userId="58c6818a-3577-4ae3-8238-bcb4cc81b368" providerId="ADAL" clId="{BEBCD458-1472-443B-8616-221ED4FCAD17}" dt="2026-07-23T07:53:29.059" v="1882" actId="1076"/>
          <ac:spMkLst>
            <pc:docMk/>
            <pc:sldMk cId="797498013" sldId="262"/>
            <ac:spMk id="47" creationId="{4BCC8D90-1A73-C5D1-C177-F08C45C72780}"/>
          </ac:spMkLst>
        </pc:spChg>
        <pc:spChg chg="mod">
          <ac:chgData name="Yang Zhen SGH CDAY223" userId="58c6818a-3577-4ae3-8238-bcb4cc81b368" providerId="ADAL" clId="{BEBCD458-1472-443B-8616-221ED4FCAD17}" dt="2026-07-24T01:30:01.336" v="2300" actId="20577"/>
          <ac:spMkLst>
            <pc:docMk/>
            <pc:sldMk cId="797498013" sldId="262"/>
            <ac:spMk id="49" creationId="{60CF9986-7874-5F79-015D-B0A2000939D5}"/>
          </ac:spMkLst>
        </pc:spChg>
        <pc:spChg chg="del">
          <ac:chgData name="Yang Zhen SGH CDAY223" userId="58c6818a-3577-4ae3-8238-bcb4cc81b368" providerId="ADAL" clId="{BEBCD458-1472-443B-8616-221ED4FCAD17}" dt="2026-07-23T07:59:33.211" v="2190" actId="478"/>
          <ac:spMkLst>
            <pc:docMk/>
            <pc:sldMk cId="797498013" sldId="262"/>
            <ac:spMk id="51" creationId="{656CBDF9-FA9E-1725-95C8-FFD7B5396E9F}"/>
          </ac:spMkLst>
        </pc:spChg>
        <pc:spChg chg="mod">
          <ac:chgData name="Yang Zhen SGH CDAY223" userId="58c6818a-3577-4ae3-8238-bcb4cc81b368" providerId="ADAL" clId="{BEBCD458-1472-443B-8616-221ED4FCAD17}" dt="2026-07-23T08:03:21.837" v="2192" actId="14100"/>
          <ac:spMkLst>
            <pc:docMk/>
            <pc:sldMk cId="797498013" sldId="262"/>
            <ac:spMk id="56" creationId="{4F0DEF16-81FA-A6D8-EBCC-B4A4D25E0779}"/>
          </ac:spMkLst>
        </pc:spChg>
        <pc:spChg chg="add mod">
          <ac:chgData name="Yang Zhen SGH CDAY223" userId="58c6818a-3577-4ae3-8238-bcb4cc81b368" providerId="ADAL" clId="{BEBCD458-1472-443B-8616-221ED4FCAD17}" dt="2026-07-24T01:28:17.241" v="2212"/>
          <ac:spMkLst>
            <pc:docMk/>
            <pc:sldMk cId="797498013" sldId="262"/>
            <ac:spMk id="57" creationId="{287D229E-3701-E755-0109-F8F5B574E105}"/>
          </ac:spMkLst>
        </pc:spChg>
        <pc:spChg chg="add mod">
          <ac:chgData name="Yang Zhen SGH CDAY223" userId="58c6818a-3577-4ae3-8238-bcb4cc81b368" providerId="ADAL" clId="{BEBCD458-1472-443B-8616-221ED4FCAD17}" dt="2026-07-24T01:28:37.702" v="2216" actId="20577"/>
          <ac:spMkLst>
            <pc:docMk/>
            <pc:sldMk cId="797498013" sldId="262"/>
            <ac:spMk id="64" creationId="{87D98079-3399-563B-D913-2952B24F5C07}"/>
          </ac:spMkLst>
        </pc:spChg>
        <pc:cxnChg chg="mod">
          <ac:chgData name="Yang Zhen SGH CDAY223" userId="58c6818a-3577-4ae3-8238-bcb4cc81b368" providerId="ADAL" clId="{BEBCD458-1472-443B-8616-221ED4FCAD17}" dt="2026-07-23T06:32:50.941" v="1845" actId="1076"/>
          <ac:cxnSpMkLst>
            <pc:docMk/>
            <pc:sldMk cId="797498013" sldId="262"/>
            <ac:cxnSpMk id="8" creationId="{30240FED-FF2E-435F-3E72-8253DA242F75}"/>
          </ac:cxnSpMkLst>
        </pc:cxnChg>
        <pc:cxnChg chg="mod">
          <ac:chgData name="Yang Zhen SGH CDAY223" userId="58c6818a-3577-4ae3-8238-bcb4cc81b368" providerId="ADAL" clId="{BEBCD458-1472-443B-8616-221ED4FCAD17}" dt="2026-07-23T08:25:08.790" v="2197" actId="14100"/>
          <ac:cxnSpMkLst>
            <pc:docMk/>
            <pc:sldMk cId="797498013" sldId="262"/>
            <ac:cxnSpMk id="50" creationId="{784F9162-0B12-4FA5-C976-50467F4EE5B0}"/>
          </ac:cxnSpMkLst>
        </pc:cxnChg>
        <pc:cxnChg chg="mod">
          <ac:chgData name="Yang Zhen SGH CDAY223" userId="58c6818a-3577-4ae3-8238-bcb4cc81b368" providerId="ADAL" clId="{BEBCD458-1472-443B-8616-221ED4FCAD17}" dt="2026-07-23T06:44:21.778" v="1849" actId="208"/>
          <ac:cxnSpMkLst>
            <pc:docMk/>
            <pc:sldMk cId="797498013" sldId="262"/>
            <ac:cxnSpMk id="59" creationId="{A21FB39A-90CD-1702-2D5F-A6AD759673D8}"/>
          </ac:cxnSpMkLst>
        </pc:cxnChg>
        <pc:cxnChg chg="mod">
          <ac:chgData name="Yang Zhen SGH CDAY223" userId="58c6818a-3577-4ae3-8238-bcb4cc81b368" providerId="ADAL" clId="{BEBCD458-1472-443B-8616-221ED4FCAD17}" dt="2026-07-23T06:27:19.265" v="1843" actId="14100"/>
          <ac:cxnSpMkLst>
            <pc:docMk/>
            <pc:sldMk cId="797498013" sldId="262"/>
            <ac:cxnSpMk id="66" creationId="{3D3486CD-939E-4139-F9E4-0073D5972DC2}"/>
          </ac:cxnSpMkLst>
        </pc:cxnChg>
        <pc:cxnChg chg="add del mod">
          <ac:chgData name="Yang Zhen SGH CDAY223" userId="58c6818a-3577-4ae3-8238-bcb4cc81b368" providerId="ADAL" clId="{BEBCD458-1472-443B-8616-221ED4FCAD17}" dt="2026-07-23T08:20:39.123" v="2196" actId="478"/>
          <ac:cxnSpMkLst>
            <pc:docMk/>
            <pc:sldMk cId="797498013" sldId="262"/>
            <ac:cxnSpMk id="67" creationId="{732CDF7D-CF3C-1C2A-FB6A-B88BFCB7DE27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7581487-DED7-4908-9A01-0A45EDCB1D6C}" type="datetimeFigureOut">
              <a:rPr lang="de-DE" sz="1100"/>
              <a:t>24.07.2026</a:t>
            </a:fld>
            <a:endParaRPr lang="de-DE" sz="11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F42A22D-1E89-46D3-A8B1-76349A9A3E3A}" type="slidenum">
              <a:rPr lang="de-DE" sz="1100"/>
              <a:t>‹#›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8" y="403225"/>
            <a:ext cx="6850062" cy="38544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72667" y="4432312"/>
            <a:ext cx="6335333" cy="543965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947545"/>
            <a:ext cx="3076363" cy="28205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1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651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B27B7-17E5-4A05-7F83-00E7B178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27D11-1CD9-19FD-3A35-75868FE6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2190181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713CE-4716-A550-4F54-7739A55A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24.07.2026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B38394-6756-0F9B-4B68-F8E62E08EB3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395" t="24411" r="24395" b="24411"/>
          <a:stretch/>
        </p:blipFill>
        <p:spPr>
          <a:xfrm>
            <a:off x="7828763" y="3828585"/>
            <a:ext cx="864000" cy="8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73F4857-E0CA-3F2B-147D-10B520AAFE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0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b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F8F7F5-1D26-B002-9948-6C3932287B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46C04E-B4AE-3757-B779-346B52144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8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4AF9126-6937-A989-7F32-992CCFD90D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7C70C-6D75-BA5B-7801-55484AF84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B7887E8-7A83-7E04-5B3E-859482CED4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043B0EE3-F67E-B2CB-E7F0-9B5841AFA6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643AFB-05B7-7AEC-BD7F-D8F9A67AF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F4FF9-089E-B64F-31F5-B329164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1E25E-CC58-36FC-D066-614E813A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5" y="972000"/>
            <a:ext cx="4122737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89EB9-5D0A-643A-9E37-67B6A10F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F90B3-341F-6366-0B38-F7E0F7B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24.07.2026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9ABA9-53BD-FEB3-7879-870B77F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99631-F2A8-59D7-D1F8-6147F1E0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6847-08BA-46A7-9F57-5D815BE626A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3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951775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3234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972000"/>
            <a:ext cx="842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972000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95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2674746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660" y="972000"/>
            <a:ext cx="5517341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934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032000"/>
            <a:ext cx="8424000" cy="720000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972000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gaz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3060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248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306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gazin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186F5D01-180D-E760-A47A-88A7ECBE1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3060000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3060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29391" y="4871601"/>
            <a:ext cx="2484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553B8C-1A4B-36BA-3482-8CAB42A7FF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42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D43FEB3-666E-7E1F-5B2C-65CFA8FF8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Name, 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C2AD7D0A-49BD-8878-4C0C-B38FBB72CB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„Insert a </a:t>
            </a:r>
            <a:r>
              <a:rPr lang="de-DE" dirty="0" err="1"/>
              <a:t>quote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nice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!“</a:t>
            </a:r>
          </a:p>
        </p:txBody>
      </p:sp>
    </p:spTree>
    <p:extLst>
      <p:ext uri="{BB962C8B-B14F-4D97-AF65-F5344CB8AC3E}">
        <p14:creationId xmlns:p14="http://schemas.microsoft.com/office/powerpoint/2010/main" val="848220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Lorem ipsum is a nice place to go!”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6586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right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341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dark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0558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Highlight Slide: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8424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30CF375-D2D8-7049-8838-653CE776D9A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553B8C-1A4B-36BA-3482-8CAB42A7F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73FAFDC2-E0C2-6848-E936-8DC21CE5E3FE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Highlight Slide: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248D9E-1B90-BC6D-A0B7-902F5377D95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166C5BF-00FA-DD53-8868-536F948D0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ACB40CC4-1CC3-7CD8-CAA5-9BAAF4D6756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ighlight Slide: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972000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71601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71601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5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71601"/>
            <a:ext cx="90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 algn="r"/>
            <a:r>
              <a:rPr lang="de-DE" dirty="0"/>
              <a:t>© ZF Friedrichshafen AG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15D946-1597-B199-E6D8-8C91CD72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1" r:id="rId2"/>
    <p:sldLayoutId id="2147483719" r:id="rId3"/>
    <p:sldLayoutId id="2147483714" r:id="rId4"/>
    <p:sldLayoutId id="2147483720" r:id="rId5"/>
    <p:sldLayoutId id="2147483721" r:id="rId6"/>
    <p:sldLayoutId id="2147483715" r:id="rId7"/>
    <p:sldLayoutId id="2147483650" r:id="rId8"/>
    <p:sldLayoutId id="2147483722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54" r:id="rId17"/>
    <p:sldLayoutId id="2147483655" r:id="rId18"/>
    <p:sldLayoutId id="2147483693" r:id="rId19"/>
    <p:sldLayoutId id="2147483694" r:id="rId20"/>
    <p:sldLayoutId id="2147483695" r:id="rId21"/>
    <p:sldLayoutId id="2147483696" r:id="rId22"/>
    <p:sldLayoutId id="2147483698" r:id="rId23"/>
    <p:sldLayoutId id="2147483699" r:id="rId24"/>
    <p:sldLayoutId id="2147483718" r:id="rId25"/>
    <p:sldLayoutId id="2147483700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688" r:id="rId33"/>
    <p:sldLayoutId id="2147483689" r:id="rId34"/>
    <p:sldLayoutId id="2147483690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2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box">
            <a:extLst>
              <a:ext uri="{FF2B5EF4-FFF2-40B4-BE49-F238E27FC236}">
                <a16:creationId xmlns:a16="http://schemas.microsoft.com/office/drawing/2014/main" id="{F2CB7562-1E54-A132-3D13-6CFC80845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CST </a:t>
            </a:r>
            <a:r>
              <a:rPr lang="de-DE" dirty="0" err="1"/>
              <a:t>Logic</a:t>
            </a:r>
            <a:endParaRPr lang="de-DE" dirty="0"/>
          </a:p>
        </p:txBody>
      </p:sp>
      <p:sp>
        <p:nvSpPr>
          <p:cNvPr id="27" name="Untertitelbox">
            <a:extLst>
              <a:ext uri="{FF2B5EF4-FFF2-40B4-BE49-F238E27FC236}">
                <a16:creationId xmlns:a16="http://schemas.microsoft.com/office/drawing/2014/main" id="{AEDF3FE7-074E-4609-CA4F-A0CF2E5DA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62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8B4A8-D1C8-421F-A9E6-7E00C175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3215D8-567B-F54E-8B9D-003A50FE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628645-579E-7808-E744-0915A0BD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2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67227D8-2428-651D-9B87-48258EDA0BC1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C5214AE-0B22-857A-BB41-63F607FAE919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E172DB5-0E23-9E9E-7B79-4606DF93E3D4}"/>
              </a:ext>
            </a:extLst>
          </p:cNvPr>
          <p:cNvSpPr txBox="1"/>
          <p:nvPr/>
        </p:nvSpPr>
        <p:spPr>
          <a:xfrm rot="16200000">
            <a:off x="230618" y="2007160"/>
            <a:ext cx="4440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solidFill>
                  <a:srgbClr val="000000"/>
                </a:solidFill>
              </a:rPr>
              <a:t>torque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7472951-00A7-D7DA-DBF3-C25ADCFFB1C2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357036D-FF2A-08B6-2F20-124255C4FDE7}"/>
              </a:ext>
            </a:extLst>
          </p:cNvPr>
          <p:cNvCxnSpPr>
            <a:cxnSpLocks/>
          </p:cNvCxnSpPr>
          <p:nvPr/>
        </p:nvCxnSpPr>
        <p:spPr>
          <a:xfrm>
            <a:off x="2842053" y="1016493"/>
            <a:ext cx="0" cy="3592577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31DA5DD-3F5C-FAFD-8140-AD6C97AB17B9}"/>
              </a:ext>
            </a:extLst>
          </p:cNvPr>
          <p:cNvCxnSpPr>
            <a:cxnSpLocks/>
          </p:cNvCxnSpPr>
          <p:nvPr/>
        </p:nvCxnSpPr>
        <p:spPr>
          <a:xfrm>
            <a:off x="5823123" y="1217140"/>
            <a:ext cx="0" cy="33981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94EFE68-CA6F-8FA8-162D-3118ACB2A879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CDB5EE6D-011B-397A-34B5-A4BE1C90B8D7}"/>
              </a:ext>
            </a:extLst>
          </p:cNvPr>
          <p:cNvSpPr txBox="1"/>
          <p:nvPr/>
        </p:nvSpPr>
        <p:spPr>
          <a:xfrm rot="16200000">
            <a:off x="101588" y="4180206"/>
            <a:ext cx="69570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B050"/>
                </a:solidFill>
              </a:rPr>
              <a:t>v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</a:rPr>
              <a:t>eh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</a:rPr>
              <a:t>speed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A4AEC4F-1EED-1841-FD76-B6CD8BE58EDD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93BB977-BD39-4DA0-CBC3-99AC130D4546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151AFA5-A70A-38F1-AF04-D7FCD0BCCD8A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5710439-3DD2-CB45-C502-3543D36F704F}"/>
              </a:ext>
            </a:extLst>
          </p:cNvPr>
          <p:cNvCxnSpPr>
            <a:cxnSpLocks/>
          </p:cNvCxnSpPr>
          <p:nvPr/>
        </p:nvCxnSpPr>
        <p:spPr>
          <a:xfrm flipH="1">
            <a:off x="6051065" y="1414847"/>
            <a:ext cx="249194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9B5B5CD-9DBE-2A5B-6A86-002FB1158FEF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A48F829A-35AE-1592-27B1-FA4CC188D2D4}"/>
              </a:ext>
            </a:extLst>
          </p:cNvPr>
          <p:cNvSpPr txBox="1"/>
          <p:nvPr/>
        </p:nvSpPr>
        <p:spPr>
          <a:xfrm>
            <a:off x="776459" y="1462830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solidFill>
                  <a:srgbClr val="E52330"/>
                </a:solidFill>
              </a:rPr>
              <a:t>brake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E52330"/>
              </a:solidFill>
              <a:effectLst/>
              <a:uLnTx/>
              <a:uFillTx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A27B4D6-1E4C-8EE4-3BB8-DD8C72663322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89CAD217-7E7B-9862-4316-BB9DC736F316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8DE5D55D-0AD8-4EA1-1E45-76CB915BDB0B}"/>
              </a:ext>
            </a:extLst>
          </p:cNvPr>
          <p:cNvSpPr txBox="1"/>
          <p:nvPr/>
        </p:nvSpPr>
        <p:spPr>
          <a:xfrm rot="16200000">
            <a:off x="-81106" y="3097833"/>
            <a:ext cx="105148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eng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speed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limit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7AF9E977-D10B-3595-E913-795E8CFC6D13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F9D5EC55-233F-EF55-16C5-B5F595F497A0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AD324596-EE22-0235-2B87-DD92949E04A4}"/>
              </a:ext>
            </a:extLst>
          </p:cNvPr>
          <p:cNvSpPr txBox="1"/>
          <p:nvPr/>
        </p:nvSpPr>
        <p:spPr>
          <a:xfrm>
            <a:off x="776459" y="1743672"/>
            <a:ext cx="1120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2EBEEF"/>
                </a:solidFill>
              </a:rPr>
              <a:t>eng </a:t>
            </a:r>
            <a:r>
              <a:rPr lang="de-DE" sz="1200" kern="0" dirty="0" err="1">
                <a:solidFill>
                  <a:srgbClr val="2EBEEF"/>
                </a:solidFill>
              </a:rPr>
              <a:t>torque</a:t>
            </a:r>
            <a:r>
              <a:rPr lang="de-DE" sz="1200" kern="0" dirty="0">
                <a:solidFill>
                  <a:srgbClr val="2EBEEF"/>
                </a:solidFill>
              </a:rPr>
              <a:t> front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FE8B0DB2-7B88-B036-2C70-70FBE7B46757}"/>
              </a:ext>
            </a:extLst>
          </p:cNvPr>
          <p:cNvSpPr txBox="1"/>
          <p:nvPr/>
        </p:nvSpPr>
        <p:spPr>
          <a:xfrm>
            <a:off x="788924" y="2006066"/>
            <a:ext cx="10676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265F"/>
                </a:solidFill>
              </a:rPr>
              <a:t>eng </a:t>
            </a:r>
            <a:r>
              <a:rPr lang="de-DE" sz="1200" kern="0" dirty="0" err="1">
                <a:solidFill>
                  <a:srgbClr val="00265F"/>
                </a:solidFill>
              </a:rPr>
              <a:t>torque</a:t>
            </a:r>
            <a:r>
              <a:rPr lang="de-DE" sz="1200" kern="0" dirty="0">
                <a:solidFill>
                  <a:srgbClr val="00265F"/>
                </a:solidFill>
              </a:rPr>
              <a:t> </a:t>
            </a:r>
            <a:r>
              <a:rPr lang="de-DE" sz="1200" kern="0" dirty="0" err="1">
                <a:solidFill>
                  <a:srgbClr val="00265F"/>
                </a:solidFill>
              </a:rPr>
              <a:t>rear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265F"/>
              </a:solidFill>
              <a:effectLst/>
              <a:uLnTx/>
              <a:uFillTx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96E7C9D-3D8F-6048-00EE-A3FD71039951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D5C321B-B687-5C37-9A71-2B270E39B36F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EAF7E3C7-EEB0-1427-503A-55ABBBBE9BBC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36B05F5-C0D2-3D2D-1470-15B95DB58D07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F3777965-663C-D07C-5828-1846EF284709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ECB7606C-F841-2BB1-A9A7-4208E4FD0DC2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41F3F06-E1F8-0C24-3B9A-0A06A87CF8E3}"/>
              </a:ext>
            </a:extLst>
          </p:cNvPr>
          <p:cNvCxnSpPr>
            <a:cxnSpLocks/>
          </p:cNvCxnSpPr>
          <p:nvPr/>
        </p:nvCxnSpPr>
        <p:spPr>
          <a:xfrm>
            <a:off x="5823123" y="3719380"/>
            <a:ext cx="622065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1373844-DF2D-8FAC-4F3A-BD4D3E93334B}"/>
              </a:ext>
            </a:extLst>
          </p:cNvPr>
          <p:cNvCxnSpPr>
            <a:cxnSpLocks/>
          </p:cNvCxnSpPr>
          <p:nvPr/>
        </p:nvCxnSpPr>
        <p:spPr>
          <a:xfrm>
            <a:off x="568411" y="2734962"/>
            <a:ext cx="525471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1EC9C88-05E4-DDF6-5E4F-C01FA0A6FE95}"/>
              </a:ext>
            </a:extLst>
          </p:cNvPr>
          <p:cNvCxnSpPr>
            <a:cxnSpLocks/>
          </p:cNvCxnSpPr>
          <p:nvPr/>
        </p:nvCxnSpPr>
        <p:spPr>
          <a:xfrm>
            <a:off x="568411" y="4182509"/>
            <a:ext cx="5254712" cy="437882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88C3256C-4A45-FCC9-C377-103A678207E8}"/>
              </a:ext>
            </a:extLst>
          </p:cNvPr>
          <p:cNvSpPr txBox="1"/>
          <p:nvPr/>
        </p:nvSpPr>
        <p:spPr>
          <a:xfrm>
            <a:off x="1336709" y="816371"/>
            <a:ext cx="8143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n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ormal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recu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05887D6-76B5-3E00-9267-A7A7E5D7F649}"/>
              </a:ext>
            </a:extLst>
          </p:cNvPr>
          <p:cNvSpPr txBox="1"/>
          <p:nvPr/>
        </p:nvSpPr>
        <p:spPr>
          <a:xfrm>
            <a:off x="3775324" y="758958"/>
            <a:ext cx="7117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CST </a:t>
            </a:r>
            <a:r>
              <a:rPr lang="de-DE" sz="1200" kern="0" dirty="0" err="1">
                <a:solidFill>
                  <a:srgbClr val="000000"/>
                </a:solidFill>
              </a:rPr>
              <a:t>active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EA35F54-312E-171A-18C5-7059F86F8847}"/>
              </a:ext>
            </a:extLst>
          </p:cNvPr>
          <p:cNvSpPr txBox="1"/>
          <p:nvPr/>
        </p:nvSpPr>
        <p:spPr>
          <a:xfrm>
            <a:off x="6811730" y="762556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standstill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A318E62-BA57-80D1-B440-56357011106C}"/>
              </a:ext>
            </a:extLst>
          </p:cNvPr>
          <p:cNvCxnSpPr>
            <a:cxnSpLocks/>
          </p:cNvCxnSpPr>
          <p:nvPr/>
        </p:nvCxnSpPr>
        <p:spPr>
          <a:xfrm>
            <a:off x="6047295" y="1047565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1D79258-7E70-32FA-9852-98E42C40AD8B}"/>
              </a:ext>
            </a:extLst>
          </p:cNvPr>
          <p:cNvCxnSpPr>
            <a:cxnSpLocks/>
          </p:cNvCxnSpPr>
          <p:nvPr/>
        </p:nvCxnSpPr>
        <p:spPr>
          <a:xfrm>
            <a:off x="568411" y="2734962"/>
            <a:ext cx="5254712" cy="90932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24" name="Sprechblase: rechteckig 23">
            <a:extLst>
              <a:ext uri="{FF2B5EF4-FFF2-40B4-BE49-F238E27FC236}">
                <a16:creationId xmlns:a16="http://schemas.microsoft.com/office/drawing/2014/main" id="{B1543431-A5BA-B903-71CC-F47BEA447F52}"/>
              </a:ext>
            </a:extLst>
          </p:cNvPr>
          <p:cNvSpPr/>
          <p:nvPr/>
        </p:nvSpPr>
        <p:spPr>
          <a:xfrm>
            <a:off x="1053868" y="3259160"/>
            <a:ext cx="1658260" cy="612648"/>
          </a:xfrm>
          <a:prstGeom prst="wedgeRectCallout">
            <a:avLst>
              <a:gd name="adj1" fmla="val -68670"/>
              <a:gd name="adj2" fmla="val -131362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Constant high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value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or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dec</a:t>
            </a:r>
            <a:r>
              <a:rPr lang="de-DE" sz="1200" kern="0" dirty="0" err="1">
                <a:latin typeface="Tahoma"/>
                <a:cs typeface="Tahoma" pitchFamily="34" charset="0"/>
              </a:rPr>
              <a:t>reasing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with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veh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speed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0" name="Sprechblase: rechteckig 29">
            <a:extLst>
              <a:ext uri="{FF2B5EF4-FFF2-40B4-BE49-F238E27FC236}">
                <a16:creationId xmlns:a16="http://schemas.microsoft.com/office/drawing/2014/main" id="{DC3EC1B4-6E9A-F31F-57CF-7477B60FEC91}"/>
              </a:ext>
            </a:extLst>
          </p:cNvPr>
          <p:cNvSpPr/>
          <p:nvPr/>
        </p:nvSpPr>
        <p:spPr>
          <a:xfrm>
            <a:off x="6414117" y="2913105"/>
            <a:ext cx="1658260" cy="612648"/>
          </a:xfrm>
          <a:prstGeom prst="wedgeRectCallout">
            <a:avLst>
              <a:gd name="adj1" fmla="val -84731"/>
              <a:gd name="adj2" fmla="val 83824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Active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when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Softstop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calculated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standstill</a:t>
            </a:r>
          </a:p>
        </p:txBody>
      </p: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42D2FFCA-8391-403A-9DDA-88E945F8CD12}"/>
              </a:ext>
            </a:extLst>
          </p:cNvPr>
          <p:cNvSpPr/>
          <p:nvPr/>
        </p:nvSpPr>
        <p:spPr>
          <a:xfrm>
            <a:off x="6891656" y="1410999"/>
            <a:ext cx="1658260" cy="612648"/>
          </a:xfrm>
          <a:prstGeom prst="wedgeRectCallout">
            <a:avLst>
              <a:gd name="adj1" fmla="val -95706"/>
              <a:gd name="adj2" fmla="val 69333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latin typeface="Tahoma"/>
                <a:cs typeface="Tahoma" pitchFamily="34" charset="0"/>
              </a:rPr>
              <a:t>h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andover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lang="de-DE" sz="1200" kern="0" dirty="0">
                <a:latin typeface="Tahoma"/>
                <a:cs typeface="Tahoma" pitchFamily="34" charset="0"/>
              </a:rPr>
              <a:t>h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ydraulic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brake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D3D35AD-ACED-DD2A-175B-B64359A98AD6}"/>
              </a:ext>
            </a:extLst>
          </p:cNvPr>
          <p:cNvCxnSpPr>
            <a:cxnSpLocks/>
          </p:cNvCxnSpPr>
          <p:nvPr/>
        </p:nvCxnSpPr>
        <p:spPr>
          <a:xfrm flipH="1" flipV="1">
            <a:off x="5823123" y="4625543"/>
            <a:ext cx="2504131" cy="6181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AD3D7F5F-BF76-78E8-0AC5-0CB5C47777D0}"/>
              </a:ext>
            </a:extLst>
          </p:cNvPr>
          <p:cNvSpPr txBox="1"/>
          <p:nvPr/>
        </p:nvSpPr>
        <p:spPr>
          <a:xfrm>
            <a:off x="5422422" y="3779475"/>
            <a:ext cx="3397539" cy="8079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50" kern="0" dirty="0" err="1">
                <a:solidFill>
                  <a:srgbClr val="000000"/>
                </a:solidFill>
              </a:rPr>
              <a:t>For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the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stage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between</a:t>
            </a:r>
            <a:r>
              <a:rPr lang="de-DE" sz="1050" kern="0" dirty="0">
                <a:solidFill>
                  <a:srgbClr val="000000"/>
                </a:solidFill>
              </a:rPr>
              <a:t> CST </a:t>
            </a:r>
            <a:r>
              <a:rPr lang="de-DE" sz="1050" kern="0" dirty="0" err="1">
                <a:solidFill>
                  <a:srgbClr val="000000"/>
                </a:solidFill>
              </a:rPr>
              <a:t>brought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the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vehicle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to</a:t>
            </a:r>
            <a:r>
              <a:rPr lang="de-DE" sz="1050" kern="0" dirty="0">
                <a:solidFill>
                  <a:srgbClr val="000000"/>
                </a:solidFill>
              </a:rPr>
              <a:t> standstill and </a:t>
            </a:r>
            <a:r>
              <a:rPr lang="de-DE" sz="1050" kern="0" dirty="0" err="1">
                <a:solidFill>
                  <a:srgbClr val="000000"/>
                </a:solidFill>
              </a:rPr>
              <a:t>ramping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up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the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hydraulic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brake</a:t>
            </a:r>
            <a:r>
              <a:rPr lang="de-DE" sz="1050" kern="0" dirty="0">
                <a:solidFill>
                  <a:srgbClr val="000000"/>
                </a:solidFill>
              </a:rPr>
              <a:t>, </a:t>
            </a:r>
            <a:r>
              <a:rPr lang="de-DE" sz="1050" kern="0" dirty="0" err="1">
                <a:solidFill>
                  <a:srgbClr val="000000"/>
                </a:solidFill>
              </a:rPr>
              <a:t>the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electric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engines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must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be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able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to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keep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the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vehicle</a:t>
            </a:r>
            <a:r>
              <a:rPr lang="de-DE" sz="1050" kern="0" dirty="0">
                <a:solidFill>
                  <a:srgbClr val="000000"/>
                </a:solidFill>
              </a:rPr>
              <a:t> in standstill </a:t>
            </a:r>
            <a:r>
              <a:rPr lang="de-DE" sz="1050" kern="0" dirty="0" err="1">
                <a:solidFill>
                  <a:srgbClr val="000000"/>
                </a:solidFill>
              </a:rPr>
              <a:t>state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to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handover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smoothly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which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should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be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realised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by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engine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speed</a:t>
            </a:r>
            <a:r>
              <a:rPr lang="de-DE" sz="1050" kern="0" dirty="0">
                <a:solidFill>
                  <a:srgbClr val="000000"/>
                </a:solidFill>
              </a:rPr>
              <a:t> </a:t>
            </a:r>
            <a:r>
              <a:rPr lang="de-DE" sz="1050" kern="0" dirty="0" err="1">
                <a:solidFill>
                  <a:srgbClr val="000000"/>
                </a:solidFill>
              </a:rPr>
              <a:t>limit</a:t>
            </a:r>
            <a:r>
              <a:rPr lang="de-DE" sz="1050" kern="0" dirty="0">
                <a:solidFill>
                  <a:srgbClr val="000000"/>
                </a:solidFill>
              </a:rPr>
              <a:t> = 0</a:t>
            </a:r>
            <a:endParaRPr kumimoji="0" lang="de-DE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51539EA0-11F9-69B3-3060-54364F99BFBC}"/>
              </a:ext>
            </a:extLst>
          </p:cNvPr>
          <p:cNvCxnSpPr/>
          <p:nvPr/>
        </p:nvCxnSpPr>
        <p:spPr>
          <a:xfrm>
            <a:off x="2850050" y="1123025"/>
            <a:ext cx="3201015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A786FA6-84D5-2D8B-6182-5FE0BD69DF34}"/>
              </a:ext>
            </a:extLst>
          </p:cNvPr>
          <p:cNvCxnSpPr>
            <a:cxnSpLocks/>
          </p:cNvCxnSpPr>
          <p:nvPr/>
        </p:nvCxnSpPr>
        <p:spPr>
          <a:xfrm>
            <a:off x="5823123" y="1217141"/>
            <a:ext cx="261954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C0ED4C85-ECAA-8E35-E1F6-45D8BBD79782}"/>
              </a:ext>
            </a:extLst>
          </p:cNvPr>
          <p:cNvCxnSpPr>
            <a:cxnSpLocks/>
          </p:cNvCxnSpPr>
          <p:nvPr/>
        </p:nvCxnSpPr>
        <p:spPr>
          <a:xfrm>
            <a:off x="550526" y="112302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7900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FCAC-C364-28D1-8A68-6CF86318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80C8C-10DA-1939-6A92-2C39938D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3979CF-D953-4FA2-8DF8-FFE04B9A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A9218C-5EC2-6038-CA63-7DC6FF92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3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6C5A20C-1D92-3887-FF8E-2F03E75A8ADD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5A7A5E4-002C-7D6A-A94E-A6333AA7235A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B7AAB30-6531-EE74-2AE2-33E80F426101}"/>
              </a:ext>
            </a:extLst>
          </p:cNvPr>
          <p:cNvSpPr txBox="1"/>
          <p:nvPr/>
        </p:nvSpPr>
        <p:spPr>
          <a:xfrm rot="16200000">
            <a:off x="192623" y="1816380"/>
            <a:ext cx="4440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solidFill>
                  <a:srgbClr val="000000"/>
                </a:solidFill>
              </a:rPr>
              <a:t>torque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FF4F577-5EB8-8892-3510-9C74E166F31A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EDAD7C3-96AF-C7CE-939D-DBFEE2D79255}"/>
              </a:ext>
            </a:extLst>
          </p:cNvPr>
          <p:cNvCxnSpPr>
            <a:cxnSpLocks/>
          </p:cNvCxnSpPr>
          <p:nvPr/>
        </p:nvCxnSpPr>
        <p:spPr>
          <a:xfrm>
            <a:off x="2842053" y="1016493"/>
            <a:ext cx="0" cy="3592577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FBE5AC8-B0EC-23FA-FE7A-E50AD2492540}"/>
              </a:ext>
            </a:extLst>
          </p:cNvPr>
          <p:cNvCxnSpPr>
            <a:cxnSpLocks/>
          </p:cNvCxnSpPr>
          <p:nvPr/>
        </p:nvCxnSpPr>
        <p:spPr>
          <a:xfrm>
            <a:off x="5823123" y="1217140"/>
            <a:ext cx="0" cy="33981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B82D670-B104-2A5B-312F-D61546AB5342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2C0B8E4-526F-7625-C8FE-409A7EB3D14D}"/>
              </a:ext>
            </a:extLst>
          </p:cNvPr>
          <p:cNvSpPr txBox="1"/>
          <p:nvPr/>
        </p:nvSpPr>
        <p:spPr>
          <a:xfrm rot="16200000">
            <a:off x="-93177" y="4062811"/>
            <a:ext cx="90569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</a:rPr>
              <a:t>Control Mode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B050"/>
                </a:solidFill>
              </a:rPr>
              <a:t>Request </a:t>
            </a:r>
            <a:r>
              <a:rPr lang="de-DE" sz="1200" kern="0" dirty="0" err="1">
                <a:solidFill>
                  <a:srgbClr val="00B050"/>
                </a:solidFill>
              </a:rPr>
              <a:t>Flag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76A8DD6-F96A-8EAF-BB62-C156D75A9C74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086C86C-9AA5-38AC-D3EB-03F19593657C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A01503C-FB63-B179-2F9F-C96D054077FA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6232435-1603-7462-31D1-F810D5031A11}"/>
              </a:ext>
            </a:extLst>
          </p:cNvPr>
          <p:cNvCxnSpPr>
            <a:cxnSpLocks/>
          </p:cNvCxnSpPr>
          <p:nvPr/>
        </p:nvCxnSpPr>
        <p:spPr>
          <a:xfrm flipH="1">
            <a:off x="6051065" y="1414847"/>
            <a:ext cx="249194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8ABFBBB-D612-6C3E-C199-7CCE1AB0B61D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C516C016-B35B-E08C-75BC-13CE7E2BAD80}"/>
              </a:ext>
            </a:extLst>
          </p:cNvPr>
          <p:cNvSpPr txBox="1"/>
          <p:nvPr/>
        </p:nvSpPr>
        <p:spPr>
          <a:xfrm>
            <a:off x="776459" y="1462830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solidFill>
                  <a:srgbClr val="E52330"/>
                </a:solidFill>
              </a:rPr>
              <a:t>brake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E52330"/>
              </a:solidFill>
              <a:effectLst/>
              <a:uLnTx/>
              <a:uFillTx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83A05C6-282E-D595-2D1D-D051B6548C3C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97349CC-16E6-57E9-E39E-CEE0E4002BA6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2C86BA9C-D45D-403D-9039-00F5D8A18A62}"/>
              </a:ext>
            </a:extLst>
          </p:cNvPr>
          <p:cNvSpPr txBox="1"/>
          <p:nvPr/>
        </p:nvSpPr>
        <p:spPr>
          <a:xfrm rot="16200000">
            <a:off x="-177854" y="2912827"/>
            <a:ext cx="10514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Eng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speed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lang="de-DE" sz="1200" kern="0" dirty="0" err="1"/>
              <a:t>target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2246473-A1A4-72C3-EECA-4005AC190268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479F8883-E362-162D-B4CB-C032C740A5AB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736B6278-1AD1-CD3C-D445-7080906C06F7}"/>
              </a:ext>
            </a:extLst>
          </p:cNvPr>
          <p:cNvSpPr txBox="1"/>
          <p:nvPr/>
        </p:nvSpPr>
        <p:spPr>
          <a:xfrm>
            <a:off x="776459" y="1743672"/>
            <a:ext cx="1120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2EBEEF"/>
                </a:solidFill>
              </a:rPr>
              <a:t>eng </a:t>
            </a:r>
            <a:r>
              <a:rPr lang="de-DE" sz="1200" kern="0" dirty="0" err="1">
                <a:solidFill>
                  <a:srgbClr val="2EBEEF"/>
                </a:solidFill>
              </a:rPr>
              <a:t>torque</a:t>
            </a:r>
            <a:r>
              <a:rPr lang="de-DE" sz="1200" kern="0" dirty="0">
                <a:solidFill>
                  <a:srgbClr val="2EBEEF"/>
                </a:solidFill>
              </a:rPr>
              <a:t> front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4BB9F18A-B51A-799B-B359-249134B18A7F}"/>
              </a:ext>
            </a:extLst>
          </p:cNvPr>
          <p:cNvSpPr txBox="1"/>
          <p:nvPr/>
        </p:nvSpPr>
        <p:spPr>
          <a:xfrm>
            <a:off x="788924" y="2006066"/>
            <a:ext cx="10676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265F"/>
                </a:solidFill>
              </a:rPr>
              <a:t>eng </a:t>
            </a:r>
            <a:r>
              <a:rPr lang="de-DE" sz="1200" kern="0" dirty="0" err="1">
                <a:solidFill>
                  <a:srgbClr val="00265F"/>
                </a:solidFill>
              </a:rPr>
              <a:t>torque</a:t>
            </a:r>
            <a:r>
              <a:rPr lang="de-DE" sz="1200" kern="0" dirty="0">
                <a:solidFill>
                  <a:srgbClr val="00265F"/>
                </a:solidFill>
              </a:rPr>
              <a:t> </a:t>
            </a:r>
            <a:r>
              <a:rPr lang="de-DE" sz="1200" kern="0" dirty="0" err="1">
                <a:solidFill>
                  <a:srgbClr val="00265F"/>
                </a:solidFill>
              </a:rPr>
              <a:t>rear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265F"/>
              </a:solidFill>
              <a:effectLst/>
              <a:uLnTx/>
              <a:uFillTx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2FC53DE-CD78-FBDC-F40D-9355E1AF7B72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58D4AE0-C021-3F5E-169F-5471219C8DAD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493868EE-A0AA-0E6C-D0A6-1B943727C059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D0097D6-3D30-90AF-0996-D390AEB37989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77D89D97-0999-AC2C-AD1B-C0BB0701F114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6D0CED92-3CEB-D632-A07C-B580E60515BD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179903FE-B6C9-1444-0644-5804E8BDEA95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A8DF2DC9-4680-3381-1323-2503221ECC40}"/>
              </a:ext>
            </a:extLst>
          </p:cNvPr>
          <p:cNvSpPr txBox="1"/>
          <p:nvPr/>
        </p:nvSpPr>
        <p:spPr>
          <a:xfrm>
            <a:off x="1336709" y="816371"/>
            <a:ext cx="8143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n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ormal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recu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59CE1B10-4569-E632-3923-46AFD5C1FC65}"/>
              </a:ext>
            </a:extLst>
          </p:cNvPr>
          <p:cNvSpPr txBox="1"/>
          <p:nvPr/>
        </p:nvSpPr>
        <p:spPr>
          <a:xfrm>
            <a:off x="3775324" y="758958"/>
            <a:ext cx="7117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CST </a:t>
            </a:r>
            <a:r>
              <a:rPr lang="de-DE" sz="1200" kern="0" dirty="0" err="1">
                <a:solidFill>
                  <a:srgbClr val="000000"/>
                </a:solidFill>
              </a:rPr>
              <a:t>active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5015C5C-75BC-7192-C050-E1030B5D494C}"/>
              </a:ext>
            </a:extLst>
          </p:cNvPr>
          <p:cNvSpPr txBox="1"/>
          <p:nvPr/>
        </p:nvSpPr>
        <p:spPr>
          <a:xfrm>
            <a:off x="6811730" y="762556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standstill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539FC9E-091F-6A02-2F3D-56A5BA532C44}"/>
              </a:ext>
            </a:extLst>
          </p:cNvPr>
          <p:cNvCxnSpPr>
            <a:cxnSpLocks/>
          </p:cNvCxnSpPr>
          <p:nvPr/>
        </p:nvCxnSpPr>
        <p:spPr>
          <a:xfrm>
            <a:off x="6047295" y="1047565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30" name="Sprechblase: rechteckig 29">
            <a:extLst>
              <a:ext uri="{FF2B5EF4-FFF2-40B4-BE49-F238E27FC236}">
                <a16:creationId xmlns:a16="http://schemas.microsoft.com/office/drawing/2014/main" id="{23B1F6B3-F24E-05F6-0327-54D496E37E17}"/>
              </a:ext>
            </a:extLst>
          </p:cNvPr>
          <p:cNvSpPr/>
          <p:nvPr/>
        </p:nvSpPr>
        <p:spPr>
          <a:xfrm>
            <a:off x="6701499" y="3423910"/>
            <a:ext cx="2344529" cy="612648"/>
          </a:xfrm>
          <a:prstGeom prst="wedgeRectCallout">
            <a:avLst>
              <a:gd name="adj1" fmla="val -83243"/>
              <a:gd name="adj2" fmla="val 96617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Control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request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switched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RPM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control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when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Softstop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calculated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standstill</a:t>
            </a:r>
          </a:p>
        </p:txBody>
      </p: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178B3CBB-A422-A1F9-3B5E-A0BA84455526}"/>
              </a:ext>
            </a:extLst>
          </p:cNvPr>
          <p:cNvSpPr/>
          <p:nvPr/>
        </p:nvSpPr>
        <p:spPr>
          <a:xfrm>
            <a:off x="6891656" y="1410999"/>
            <a:ext cx="1658260" cy="612648"/>
          </a:xfrm>
          <a:prstGeom prst="wedgeRectCallout">
            <a:avLst>
              <a:gd name="adj1" fmla="val -95706"/>
              <a:gd name="adj2" fmla="val 69333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latin typeface="Tahoma"/>
                <a:cs typeface="Tahoma" pitchFamily="34" charset="0"/>
              </a:rPr>
              <a:t>h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andover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lang="de-DE" sz="1200" kern="0" dirty="0">
                <a:latin typeface="Tahoma"/>
                <a:cs typeface="Tahoma" pitchFamily="34" charset="0"/>
              </a:rPr>
              <a:t>h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ydraulic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brake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425E686-D7AD-B4C5-E8DB-A05C6DC8ADB3}"/>
              </a:ext>
            </a:extLst>
          </p:cNvPr>
          <p:cNvCxnSpPr>
            <a:cxnSpLocks/>
          </p:cNvCxnSpPr>
          <p:nvPr/>
        </p:nvCxnSpPr>
        <p:spPr>
          <a:xfrm flipH="1" flipV="1">
            <a:off x="5823123" y="4324521"/>
            <a:ext cx="224172" cy="6179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0EF0932-547A-CA97-8CD9-206EC1B3E85C}"/>
              </a:ext>
            </a:extLst>
          </p:cNvPr>
          <p:cNvCxnSpPr/>
          <p:nvPr/>
        </p:nvCxnSpPr>
        <p:spPr>
          <a:xfrm>
            <a:off x="2850050" y="1123025"/>
            <a:ext cx="3201015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5047D461-7F28-3B31-E881-CDAE737F7F01}"/>
              </a:ext>
            </a:extLst>
          </p:cNvPr>
          <p:cNvCxnSpPr>
            <a:cxnSpLocks/>
          </p:cNvCxnSpPr>
          <p:nvPr/>
        </p:nvCxnSpPr>
        <p:spPr>
          <a:xfrm>
            <a:off x="5823123" y="1217141"/>
            <a:ext cx="261954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DAF53989-0044-A490-3AE5-654F730D164F}"/>
              </a:ext>
            </a:extLst>
          </p:cNvPr>
          <p:cNvCxnSpPr>
            <a:cxnSpLocks/>
          </p:cNvCxnSpPr>
          <p:nvPr/>
        </p:nvCxnSpPr>
        <p:spPr>
          <a:xfrm>
            <a:off x="550526" y="112302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1512C2AA-19E7-5E3B-8F5D-5E890543EC42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8AE4F05-7EE0-F673-2A92-3783A8328C0B}"/>
              </a:ext>
            </a:extLst>
          </p:cNvPr>
          <p:cNvSpPr txBox="1"/>
          <p:nvPr/>
        </p:nvSpPr>
        <p:spPr>
          <a:xfrm>
            <a:off x="3581810" y="3862482"/>
            <a:ext cx="12608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2= Torque control Mode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BF9249E-9A73-D23E-3F8B-AD7BBA750A69}"/>
              </a:ext>
            </a:extLst>
          </p:cNvPr>
          <p:cNvSpPr txBox="1"/>
          <p:nvPr/>
        </p:nvSpPr>
        <p:spPr>
          <a:xfrm>
            <a:off x="6149391" y="4275321"/>
            <a:ext cx="12608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kern="0" dirty="0">
                <a:solidFill>
                  <a:srgbClr val="000000"/>
                </a:solidFill>
              </a:rPr>
              <a:t>1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= RPM control Mode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Sprechblase: rechteckig 48">
            <a:extLst>
              <a:ext uri="{FF2B5EF4-FFF2-40B4-BE49-F238E27FC236}">
                <a16:creationId xmlns:a16="http://schemas.microsoft.com/office/drawing/2014/main" id="{DC61B813-5BC5-68D3-5383-210C2A1228E0}"/>
              </a:ext>
            </a:extLst>
          </p:cNvPr>
          <p:cNvSpPr/>
          <p:nvPr/>
        </p:nvSpPr>
        <p:spPr>
          <a:xfrm>
            <a:off x="6701499" y="2614165"/>
            <a:ext cx="1658260" cy="612648"/>
          </a:xfrm>
          <a:prstGeom prst="wedgeRectCallout">
            <a:avLst>
              <a:gd name="adj1" fmla="val -97675"/>
              <a:gd name="adj2" fmla="val 130101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latin typeface="Tahoma"/>
                <a:cs typeface="Tahoma" pitchFamily="34" charset="0"/>
              </a:rPr>
              <a:t>CST </a:t>
            </a:r>
            <a:r>
              <a:rPr lang="de-DE" sz="1200" kern="0" dirty="0" err="1">
                <a:latin typeface="Tahoma"/>
                <a:cs typeface="Tahoma" pitchFamily="34" charset="0"/>
              </a:rPr>
              <a:t>request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target</a:t>
            </a:r>
            <a:r>
              <a:rPr lang="de-DE" sz="1200" kern="0" dirty="0">
                <a:latin typeface="Tahoma"/>
                <a:cs typeface="Tahoma" pitchFamily="34" charset="0"/>
              </a:rPr>
              <a:t> Speed = 0 </a:t>
            </a:r>
            <a:r>
              <a:rPr lang="de-DE" sz="1200" kern="0" dirty="0" err="1">
                <a:latin typeface="Tahoma"/>
                <a:cs typeface="Tahoma" pitchFamily="34" charset="0"/>
              </a:rPr>
              <a:t>to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keep</a:t>
            </a:r>
            <a:r>
              <a:rPr lang="de-DE" sz="1200" kern="0" dirty="0">
                <a:latin typeface="Tahoma"/>
                <a:cs typeface="Tahoma" pitchFamily="34" charset="0"/>
              </a:rPr>
              <a:t> </a:t>
            </a:r>
            <a:r>
              <a:rPr lang="de-DE" sz="1200" kern="0" dirty="0" err="1">
                <a:latin typeface="Tahoma"/>
                <a:cs typeface="Tahoma" pitchFamily="34" charset="0"/>
              </a:rPr>
              <a:t>vehicle</a:t>
            </a:r>
            <a:r>
              <a:rPr lang="de-DE" sz="1200" kern="0" dirty="0">
                <a:latin typeface="Tahoma"/>
                <a:cs typeface="Tahoma" pitchFamily="34" charset="0"/>
              </a:rPr>
              <a:t> standstill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1" name="Sprechblase: rechteckig 29">
            <a:extLst>
              <a:ext uri="{FF2B5EF4-FFF2-40B4-BE49-F238E27FC236}">
                <a16:creationId xmlns:a16="http://schemas.microsoft.com/office/drawing/2014/main" id="{24C30900-0F25-F54D-D87B-F0BEAFBC123B}"/>
              </a:ext>
            </a:extLst>
          </p:cNvPr>
          <p:cNvSpPr/>
          <p:nvPr/>
        </p:nvSpPr>
        <p:spPr>
          <a:xfrm>
            <a:off x="1769563" y="4155011"/>
            <a:ext cx="2933065" cy="332487"/>
          </a:xfrm>
          <a:prstGeom prst="wedgeRectCallout">
            <a:avLst>
              <a:gd name="adj1" fmla="val 28986"/>
              <a:gd name="adj2" fmla="val -95232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Control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request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is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torque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control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80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460E-5E41-C430-DAE6-6C39CFD5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30438-C0D6-1123-9F07-8F97A75C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A6A4A3-B767-D1A6-6814-7DDB3123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3575BF-E780-7A65-3A3A-6C003EA9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4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BB64E1D-F4B6-6CDF-A23E-A1581AB97925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67A3D43-1CB8-947F-6A25-2651745A8C54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2F1DF634-30C5-65B6-CB3E-87A578A78CF3}"/>
              </a:ext>
            </a:extLst>
          </p:cNvPr>
          <p:cNvSpPr txBox="1"/>
          <p:nvPr/>
        </p:nvSpPr>
        <p:spPr>
          <a:xfrm rot="16200000">
            <a:off x="260750" y="1816380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扭矩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9003C15-7600-A9F9-A5A1-F3FBB3816B03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203D12A-94A3-C536-9309-FBC618FD5E4B}"/>
              </a:ext>
            </a:extLst>
          </p:cNvPr>
          <p:cNvCxnSpPr>
            <a:cxnSpLocks/>
          </p:cNvCxnSpPr>
          <p:nvPr/>
        </p:nvCxnSpPr>
        <p:spPr>
          <a:xfrm>
            <a:off x="2842053" y="1016493"/>
            <a:ext cx="0" cy="3592577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396FF27-817E-8EAD-252B-FADFFAB031C7}"/>
              </a:ext>
            </a:extLst>
          </p:cNvPr>
          <p:cNvCxnSpPr>
            <a:cxnSpLocks/>
          </p:cNvCxnSpPr>
          <p:nvPr/>
        </p:nvCxnSpPr>
        <p:spPr>
          <a:xfrm>
            <a:off x="5823123" y="1217140"/>
            <a:ext cx="0" cy="33981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ACF194B-8DD8-09AB-ED22-6362E857737D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E58ED813-0ABC-55F8-F883-DBC1C31945D4}"/>
              </a:ext>
            </a:extLst>
          </p:cNvPr>
          <p:cNvSpPr txBox="1"/>
          <p:nvPr/>
        </p:nvSpPr>
        <p:spPr>
          <a:xfrm rot="16200000">
            <a:off x="-101994" y="415514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3451605-4C8B-E244-F1F1-91C509FD2BFE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FBDEA2B-8234-1A82-16C4-99A882BD4B5C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0B6C7D2-EBDB-41F1-F915-79BB43E426EB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802C615-ABE8-590B-A01B-82B696277D01}"/>
              </a:ext>
            </a:extLst>
          </p:cNvPr>
          <p:cNvCxnSpPr>
            <a:cxnSpLocks/>
          </p:cNvCxnSpPr>
          <p:nvPr/>
        </p:nvCxnSpPr>
        <p:spPr>
          <a:xfrm flipH="1">
            <a:off x="6051065" y="1414847"/>
            <a:ext cx="249194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4481E1D-8416-DE7F-621E-E118F053EC17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66C8D302-64E3-09BB-2ACD-16104A4CFE11}"/>
              </a:ext>
            </a:extLst>
          </p:cNvPr>
          <p:cNvSpPr txBox="1"/>
          <p:nvPr/>
        </p:nvSpPr>
        <p:spPr>
          <a:xfrm>
            <a:off x="776459" y="1462830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solidFill>
                  <a:srgbClr val="E52330"/>
                </a:solidFill>
              </a:rPr>
              <a:t>brake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E52330"/>
              </a:solidFill>
              <a:effectLst/>
              <a:uLnTx/>
              <a:uFillTx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3FF20DC-CC6A-5D27-3443-365C46024AE9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7299E21-9D63-A25B-6773-5770C434BE93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944F8F31-7068-3568-9EE8-6FA670C25B6E}"/>
              </a:ext>
            </a:extLst>
          </p:cNvPr>
          <p:cNvSpPr txBox="1"/>
          <p:nvPr/>
        </p:nvSpPr>
        <p:spPr>
          <a:xfrm rot="16200000">
            <a:off x="-177854" y="3005160"/>
            <a:ext cx="105148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/>
              <a:t>电机目标转速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69963AE-EEC6-CDC1-AE25-68D1321B2637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CC852A9-00FF-DB95-CFF2-BAB0621EC877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018447A4-1EDA-28C6-5A4D-73DF64D02408}"/>
              </a:ext>
            </a:extLst>
          </p:cNvPr>
          <p:cNvSpPr txBox="1"/>
          <p:nvPr/>
        </p:nvSpPr>
        <p:spPr>
          <a:xfrm>
            <a:off x="776459" y="1743672"/>
            <a:ext cx="11205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2EBEEF"/>
                </a:solidFill>
              </a:rPr>
              <a:t>eng </a:t>
            </a:r>
            <a:r>
              <a:rPr lang="de-DE" sz="1200" kern="0" dirty="0" err="1">
                <a:solidFill>
                  <a:srgbClr val="2EBEEF"/>
                </a:solidFill>
              </a:rPr>
              <a:t>torque</a:t>
            </a:r>
            <a:r>
              <a:rPr lang="de-DE" sz="1200" kern="0" dirty="0">
                <a:solidFill>
                  <a:srgbClr val="2EBEEF"/>
                </a:solidFill>
              </a:rPr>
              <a:t> front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A4C33BD-CD79-9371-2BF2-D73ABAE571A1}"/>
              </a:ext>
            </a:extLst>
          </p:cNvPr>
          <p:cNvSpPr txBox="1"/>
          <p:nvPr/>
        </p:nvSpPr>
        <p:spPr>
          <a:xfrm>
            <a:off x="788924" y="2006066"/>
            <a:ext cx="10676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265F"/>
                </a:solidFill>
              </a:rPr>
              <a:t>eng </a:t>
            </a:r>
            <a:r>
              <a:rPr lang="de-DE" sz="1200" kern="0" dirty="0" err="1">
                <a:solidFill>
                  <a:srgbClr val="00265F"/>
                </a:solidFill>
              </a:rPr>
              <a:t>torque</a:t>
            </a:r>
            <a:r>
              <a:rPr lang="de-DE" sz="1200" kern="0" dirty="0">
                <a:solidFill>
                  <a:srgbClr val="00265F"/>
                </a:solidFill>
              </a:rPr>
              <a:t> </a:t>
            </a:r>
            <a:r>
              <a:rPr lang="de-DE" sz="1200" kern="0" dirty="0" err="1">
                <a:solidFill>
                  <a:srgbClr val="00265F"/>
                </a:solidFill>
              </a:rPr>
              <a:t>rear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265F"/>
              </a:solidFill>
              <a:effectLst/>
              <a:uLnTx/>
              <a:uFillTx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34077DE-202D-5AE4-AE5F-4FB26EA21E00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D6C04EC-FDBA-FA7D-5CCF-2672D0672BB1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68832F5-B935-234C-2525-B1A51258B214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54C75FC-C4BB-C3D1-064D-8E1E1C39D522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ABA1F979-1FB0-ACD6-0C5E-2F86E9409673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98A42DC7-CFBB-4CAC-E32B-AC4A262BBAFC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4DC63E8E-A240-370A-90F1-0F2DF80CF183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3EA7B7D6-FE72-F2F8-65A2-CFA5B95AE19B}"/>
              </a:ext>
            </a:extLst>
          </p:cNvPr>
          <p:cNvSpPr txBox="1"/>
          <p:nvPr/>
        </p:nvSpPr>
        <p:spPr>
          <a:xfrm>
            <a:off x="1336709" y="816371"/>
            <a:ext cx="138499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舒适制动功能未激活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D70D49B-A297-1B4D-67C9-F0625B9390A2}"/>
              </a:ext>
            </a:extLst>
          </p:cNvPr>
          <p:cNvSpPr txBox="1"/>
          <p:nvPr/>
        </p:nvSpPr>
        <p:spPr>
          <a:xfrm>
            <a:off x="3719506" y="798140"/>
            <a:ext cx="12311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舒适制动功能激活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B75632D-A74D-DA7A-6220-18E06D3AC245}"/>
              </a:ext>
            </a:extLst>
          </p:cNvPr>
          <p:cNvSpPr txBox="1"/>
          <p:nvPr/>
        </p:nvSpPr>
        <p:spPr>
          <a:xfrm>
            <a:off x="6462275" y="860095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CD46B98-936C-A192-71B6-EDFF351FCF71}"/>
              </a:ext>
            </a:extLst>
          </p:cNvPr>
          <p:cNvCxnSpPr>
            <a:cxnSpLocks/>
          </p:cNvCxnSpPr>
          <p:nvPr/>
        </p:nvCxnSpPr>
        <p:spPr>
          <a:xfrm>
            <a:off x="6047295" y="1047565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30" name="Sprechblase: rechteckig 29">
            <a:extLst>
              <a:ext uri="{FF2B5EF4-FFF2-40B4-BE49-F238E27FC236}">
                <a16:creationId xmlns:a16="http://schemas.microsoft.com/office/drawing/2014/main" id="{33881ABB-DDF1-81BB-529B-812ABAD7F825}"/>
              </a:ext>
            </a:extLst>
          </p:cNvPr>
          <p:cNvSpPr/>
          <p:nvPr/>
        </p:nvSpPr>
        <p:spPr>
          <a:xfrm>
            <a:off x="6701499" y="3713198"/>
            <a:ext cx="2344529" cy="323359"/>
          </a:xfrm>
          <a:prstGeom prst="wedgeRectCallout">
            <a:avLst>
              <a:gd name="adj1" fmla="val -33934"/>
              <a:gd name="adj2" fmla="val 122875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此时转速请求有效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2B6C7DE8-6107-2F5A-1C71-782518EE70BA}"/>
              </a:ext>
            </a:extLst>
          </p:cNvPr>
          <p:cNvSpPr/>
          <p:nvPr/>
        </p:nvSpPr>
        <p:spPr>
          <a:xfrm>
            <a:off x="6891656" y="1410999"/>
            <a:ext cx="1658260" cy="612648"/>
          </a:xfrm>
          <a:prstGeom prst="wedgeRectCallout">
            <a:avLst>
              <a:gd name="adj1" fmla="val -95706"/>
              <a:gd name="adj2" fmla="val 69333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latin typeface="Tahoma"/>
                <a:cs typeface="Tahoma" pitchFamily="34" charset="0"/>
              </a:rPr>
              <a:t>舒适制动退出后，</a:t>
            </a:r>
            <a:r>
              <a:rPr lang="en-US" altLang="zh-CN" sz="1200" kern="0" dirty="0" err="1">
                <a:latin typeface="Tahoma"/>
                <a:cs typeface="Tahoma" pitchFamily="34" charset="0"/>
              </a:rPr>
              <a:t>EHBi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/EMB 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需要建压保证车辆驻车功能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6CFB948-3691-86B3-5489-80B49531A7DC}"/>
              </a:ext>
            </a:extLst>
          </p:cNvPr>
          <p:cNvCxnSpPr>
            <a:cxnSpLocks/>
          </p:cNvCxnSpPr>
          <p:nvPr/>
        </p:nvCxnSpPr>
        <p:spPr>
          <a:xfrm flipH="1" flipV="1">
            <a:off x="5823123" y="4324521"/>
            <a:ext cx="224172" cy="6179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20E5AEE-2872-8D22-0EC9-BAB3193C5D7B}"/>
              </a:ext>
            </a:extLst>
          </p:cNvPr>
          <p:cNvCxnSpPr/>
          <p:nvPr/>
        </p:nvCxnSpPr>
        <p:spPr>
          <a:xfrm>
            <a:off x="2850050" y="1123025"/>
            <a:ext cx="3201015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689F1C68-16F1-7739-536C-2D39B3FF8588}"/>
              </a:ext>
            </a:extLst>
          </p:cNvPr>
          <p:cNvCxnSpPr>
            <a:cxnSpLocks/>
          </p:cNvCxnSpPr>
          <p:nvPr/>
        </p:nvCxnSpPr>
        <p:spPr>
          <a:xfrm>
            <a:off x="5823123" y="1217141"/>
            <a:ext cx="261954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D2B45789-31EE-8FCE-E341-6CC94880DB63}"/>
              </a:ext>
            </a:extLst>
          </p:cNvPr>
          <p:cNvCxnSpPr>
            <a:cxnSpLocks/>
          </p:cNvCxnSpPr>
          <p:nvPr/>
        </p:nvCxnSpPr>
        <p:spPr>
          <a:xfrm>
            <a:off x="550526" y="112302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67038E8E-631D-B828-B4CF-D5C81D187071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2929FFE-3DC5-9A91-BC8B-B96DBCA9C9AC}"/>
              </a:ext>
            </a:extLst>
          </p:cNvPr>
          <p:cNvSpPr txBox="1"/>
          <p:nvPr/>
        </p:nvSpPr>
        <p:spPr>
          <a:xfrm>
            <a:off x="3134670" y="3836957"/>
            <a:ext cx="2403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扭矩控制模式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TarRegTrqCtrlRqst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435069-C46B-EB8B-143F-F3939656B4C9}"/>
              </a:ext>
            </a:extLst>
          </p:cNvPr>
          <p:cNvSpPr txBox="1"/>
          <p:nvPr/>
        </p:nvSpPr>
        <p:spPr>
          <a:xfrm>
            <a:off x="6149391" y="4275321"/>
            <a:ext cx="2027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转速控制模式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TarRpmCtrlRqst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Sprechblase: rechteckig 48">
            <a:extLst>
              <a:ext uri="{FF2B5EF4-FFF2-40B4-BE49-F238E27FC236}">
                <a16:creationId xmlns:a16="http://schemas.microsoft.com/office/drawing/2014/main" id="{F33462F3-3C88-20F0-79FB-4406EE1D6BA3}"/>
              </a:ext>
            </a:extLst>
          </p:cNvPr>
          <p:cNvSpPr/>
          <p:nvPr/>
        </p:nvSpPr>
        <p:spPr>
          <a:xfrm>
            <a:off x="6701499" y="2614165"/>
            <a:ext cx="1658260" cy="612648"/>
          </a:xfrm>
          <a:prstGeom prst="wedgeRectCallout">
            <a:avLst>
              <a:gd name="adj1" fmla="val -97675"/>
              <a:gd name="adj2" fmla="val 130101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latin typeface="Tahoma"/>
                <a:cs typeface="Tahoma" pitchFamily="34" charset="0"/>
              </a:rPr>
              <a:t>舒适制动转速目标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=0 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需要电机保证车辆静止。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1" name="Sprechblase: rechteckig 29">
            <a:extLst>
              <a:ext uri="{FF2B5EF4-FFF2-40B4-BE49-F238E27FC236}">
                <a16:creationId xmlns:a16="http://schemas.microsoft.com/office/drawing/2014/main" id="{E8C2FC40-430F-9236-955D-E883EAA8492C}"/>
              </a:ext>
            </a:extLst>
          </p:cNvPr>
          <p:cNvSpPr/>
          <p:nvPr/>
        </p:nvSpPr>
        <p:spPr>
          <a:xfrm>
            <a:off x="1769563" y="4155011"/>
            <a:ext cx="2933065" cy="332487"/>
          </a:xfrm>
          <a:prstGeom prst="wedgeRectCallout">
            <a:avLst>
              <a:gd name="adj1" fmla="val 28986"/>
              <a:gd name="adj2" fmla="val -95232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此时电制动请求有效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6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2B8B-370F-4F1B-06AD-A220D243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C0FFF644-CB7F-A6C8-12E1-91BD31BAA89F}"/>
              </a:ext>
            </a:extLst>
          </p:cNvPr>
          <p:cNvSpPr/>
          <p:nvPr/>
        </p:nvSpPr>
        <p:spPr>
          <a:xfrm>
            <a:off x="2869874" y="1010313"/>
            <a:ext cx="2785749" cy="1493981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E757C8D-F8C6-C384-281F-4793CE0C6908}"/>
              </a:ext>
            </a:extLst>
          </p:cNvPr>
          <p:cNvSpPr/>
          <p:nvPr/>
        </p:nvSpPr>
        <p:spPr>
          <a:xfrm>
            <a:off x="568411" y="1010313"/>
            <a:ext cx="2272648" cy="1491923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37073895-C328-AD2B-CBEB-F879562F66FF}"/>
              </a:ext>
            </a:extLst>
          </p:cNvPr>
          <p:cNvSpPr/>
          <p:nvPr/>
        </p:nvSpPr>
        <p:spPr>
          <a:xfrm>
            <a:off x="6048103" y="993934"/>
            <a:ext cx="248194" cy="1514136"/>
          </a:xfrm>
          <a:custGeom>
            <a:avLst/>
            <a:gdLst>
              <a:gd name="csX0" fmla="*/ 0 w 248194"/>
              <a:gd name="csY0" fmla="*/ 1449977 h 1456509"/>
              <a:gd name="csX1" fmla="*/ 248194 w 248194"/>
              <a:gd name="csY1" fmla="*/ 1456509 h 1456509"/>
              <a:gd name="csX2" fmla="*/ 248194 w 248194"/>
              <a:gd name="csY2" fmla="*/ 0 h 1456509"/>
              <a:gd name="csX3" fmla="*/ 0 w 248194"/>
              <a:gd name="csY3" fmla="*/ 1449977 h 145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8194" h="1456509">
                <a:moveTo>
                  <a:pt x="0" y="1449977"/>
                </a:moveTo>
                <a:lnTo>
                  <a:pt x="248194" y="1456509"/>
                </a:lnTo>
                <a:lnTo>
                  <a:pt x="248194" y="0"/>
                </a:lnTo>
                <a:lnTo>
                  <a:pt x="0" y="1449977"/>
                </a:lnTo>
                <a:close/>
              </a:path>
            </a:pathLst>
          </a:custGeom>
          <a:solidFill>
            <a:srgbClr val="FFA8A8">
              <a:alpha val="3607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096441-6592-D45E-462F-44295B49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BBCB0C-0F08-2EE2-C3A8-D5951E2B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B0C714-0A40-F4AA-290F-AC5A28EE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5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3B7331A-19B1-946C-FDAC-B942D470B490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4103BC7-0C0B-0EA9-7810-4A87EB89C657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BCD895D-D44A-A9B4-F145-0FC41E02AAD5}"/>
              </a:ext>
            </a:extLst>
          </p:cNvPr>
          <p:cNvSpPr txBox="1"/>
          <p:nvPr/>
        </p:nvSpPr>
        <p:spPr>
          <a:xfrm rot="16200000">
            <a:off x="208235" y="1752342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扭矩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9A6034B-B812-183A-8BB5-FF4EB4FC0A9B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81F298B-D0AA-C4B5-0782-F7F4D6D3BB7B}"/>
              </a:ext>
            </a:extLst>
          </p:cNvPr>
          <p:cNvCxnSpPr>
            <a:cxnSpLocks/>
          </p:cNvCxnSpPr>
          <p:nvPr/>
        </p:nvCxnSpPr>
        <p:spPr>
          <a:xfrm flipH="1">
            <a:off x="2842053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B702AA-7CED-DD25-21C7-8505DD58DFAC}"/>
              </a:ext>
            </a:extLst>
          </p:cNvPr>
          <p:cNvCxnSpPr>
            <a:cxnSpLocks/>
          </p:cNvCxnSpPr>
          <p:nvPr/>
        </p:nvCxnSpPr>
        <p:spPr>
          <a:xfrm>
            <a:off x="5823119" y="675354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69D29E1-AF89-57D5-1477-EF7662E2CB17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D1C4C24-2FF5-C11D-576A-0CDCA18D241C}"/>
              </a:ext>
            </a:extLst>
          </p:cNvPr>
          <p:cNvSpPr txBox="1"/>
          <p:nvPr/>
        </p:nvSpPr>
        <p:spPr>
          <a:xfrm rot="16200000">
            <a:off x="-101994" y="415514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2FA1226-87AC-C3B2-34E9-1673BCF7A017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1208BC8-DCF9-3AC2-EFD6-6E554DAF093B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2DB91BE-FD8B-914D-BF66-055DC8B790CA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6F13E7E-29DF-FCB8-5BC7-3C3DAEA74537}"/>
              </a:ext>
            </a:extLst>
          </p:cNvPr>
          <p:cNvCxnSpPr>
            <a:cxnSpLocks/>
          </p:cNvCxnSpPr>
          <p:nvPr/>
        </p:nvCxnSpPr>
        <p:spPr>
          <a:xfrm flipH="1">
            <a:off x="6051065" y="1366980"/>
            <a:ext cx="220249" cy="1141918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51E69F4-EDFA-BFF3-CD71-7B67792E807C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2A24E38B-3F4A-EFF2-0C04-5D4020572949}"/>
              </a:ext>
            </a:extLst>
          </p:cNvPr>
          <p:cNvSpPr txBox="1"/>
          <p:nvPr/>
        </p:nvSpPr>
        <p:spPr>
          <a:xfrm>
            <a:off x="776459" y="1462830"/>
            <a:ext cx="90088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机械制动扭矩请求后轴</a:t>
            </a:r>
            <a:endParaRPr lang="en-US" altLang="zh-CN" sz="700" kern="0" dirty="0">
              <a:solidFill>
                <a:srgbClr val="E5233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DrRqdRearShftBrkTorq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E52330"/>
              </a:solidFill>
              <a:effectLst/>
              <a:uLnTx/>
              <a:uFillTx/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B2F52EB-64F3-64FA-D4FA-3B4414B3DE5D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78E9F8A-F3B1-BCDB-FFFF-45DEBA80C939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47246910-195C-8252-ADE8-12ADF3F8CA80}"/>
              </a:ext>
            </a:extLst>
          </p:cNvPr>
          <p:cNvSpPr txBox="1"/>
          <p:nvPr/>
        </p:nvSpPr>
        <p:spPr>
          <a:xfrm rot="16200000">
            <a:off x="-371689" y="2917823"/>
            <a:ext cx="14057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/>
              <a:t>VMC</a:t>
            </a:r>
            <a:r>
              <a:rPr lang="zh-CN" altLang="en-US" sz="1200" kern="0" dirty="0"/>
              <a:t> 制动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扭矩请求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C59E5BBE-CA9F-74C1-92E1-1BB8A3F496A7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D642B71D-9D00-DCF1-77AB-42ACBE510FDE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9211907B-969C-529C-27AC-729EB130D02E}"/>
              </a:ext>
            </a:extLst>
          </p:cNvPr>
          <p:cNvSpPr txBox="1"/>
          <p:nvPr/>
        </p:nvSpPr>
        <p:spPr>
          <a:xfrm>
            <a:off x="776459" y="1743672"/>
            <a:ext cx="13411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2EBEEF"/>
                </a:solidFill>
              </a:rPr>
              <a:t>电制动扭矩请求前轴</a:t>
            </a:r>
            <a:endParaRPr lang="en-US" altLang="zh-CN" sz="700" kern="0" dirty="0">
              <a:solidFill>
                <a:srgbClr val="2EBEEF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AF8FA28-13DE-59B5-1E91-AC5142294AAB}"/>
              </a:ext>
            </a:extLst>
          </p:cNvPr>
          <p:cNvSpPr txBox="1"/>
          <p:nvPr/>
        </p:nvSpPr>
        <p:spPr>
          <a:xfrm>
            <a:off x="788924" y="2006066"/>
            <a:ext cx="14923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265F"/>
                </a:solidFill>
              </a:rPr>
              <a:t>电制动扭矩请求后轴</a:t>
            </a:r>
            <a:endParaRPr lang="en-US" altLang="zh-CN" sz="700" kern="0" dirty="0">
              <a:solidFill>
                <a:srgbClr val="00265F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lang="zh-CN" altLang="en-US" sz="700" kern="0" dirty="0">
              <a:solidFill>
                <a:srgbClr val="000000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30A4468-7C44-96E9-1EB6-5332BB8D7392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457D431-7AFD-BD68-A3E3-5FF048171CEF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276CA38-9463-3105-5EE2-91EE5F2048ED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6262B9C-41AA-CE0D-3AE7-011F76004C77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5067B452-D451-3151-CD70-7D609325E625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DA83081E-F5F4-5538-6421-5B34C3D77628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9A469FC-C09D-5283-F19B-64225D2BFEA3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06151FA6-B28C-FE24-16F8-B4F32AF29735}"/>
              </a:ext>
            </a:extLst>
          </p:cNvPr>
          <p:cNvSpPr txBox="1"/>
          <p:nvPr/>
        </p:nvSpPr>
        <p:spPr>
          <a:xfrm>
            <a:off x="932386" y="718461"/>
            <a:ext cx="1037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283D3E5-1932-2552-BD6A-9B14FE96A428}"/>
              </a:ext>
            </a:extLst>
          </p:cNvPr>
          <p:cNvSpPr txBox="1"/>
          <p:nvPr/>
        </p:nvSpPr>
        <p:spPr>
          <a:xfrm>
            <a:off x="3566934" y="675354"/>
            <a:ext cx="883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AA3D03A3-153F-23E1-F037-221849F2B7EE}"/>
              </a:ext>
            </a:extLst>
          </p:cNvPr>
          <p:cNvSpPr txBox="1"/>
          <p:nvPr/>
        </p:nvSpPr>
        <p:spPr>
          <a:xfrm>
            <a:off x="6047295" y="65130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B886857-E2BD-ADC6-5408-4E88F34027AC}"/>
              </a:ext>
            </a:extLst>
          </p:cNvPr>
          <p:cNvCxnSpPr>
            <a:cxnSpLocks/>
          </p:cNvCxnSpPr>
          <p:nvPr/>
        </p:nvCxnSpPr>
        <p:spPr>
          <a:xfrm>
            <a:off x="6047295" y="1047565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30" name="Sprechblase: rechteckig 29">
            <a:extLst>
              <a:ext uri="{FF2B5EF4-FFF2-40B4-BE49-F238E27FC236}">
                <a16:creationId xmlns:a16="http://schemas.microsoft.com/office/drawing/2014/main" id="{4CB5698F-7F2D-3B17-D82A-8385A5A2C79C}"/>
              </a:ext>
            </a:extLst>
          </p:cNvPr>
          <p:cNvSpPr/>
          <p:nvPr/>
        </p:nvSpPr>
        <p:spPr>
          <a:xfrm>
            <a:off x="6701499" y="3713198"/>
            <a:ext cx="2344529" cy="323359"/>
          </a:xfrm>
          <a:prstGeom prst="wedgeRectCallout">
            <a:avLst>
              <a:gd name="adj1" fmla="val -33934"/>
              <a:gd name="adj2" fmla="val 122875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此时转速请求有效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C0A0D570-DB5C-D209-B9E1-038BF71A0CD8}"/>
              </a:ext>
            </a:extLst>
          </p:cNvPr>
          <p:cNvSpPr/>
          <p:nvPr/>
        </p:nvSpPr>
        <p:spPr>
          <a:xfrm>
            <a:off x="6891655" y="1051914"/>
            <a:ext cx="2168919" cy="1456155"/>
          </a:xfrm>
          <a:prstGeom prst="wedgeRectCallout">
            <a:avLst>
              <a:gd name="adj1" fmla="val -82015"/>
              <a:gd name="adj2" fmla="val 40108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方案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：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CST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功能负责，这个请求目标：</a:t>
            </a:r>
            <a:endParaRPr lang="en-US" altLang="zh-CN" sz="1200" kern="0" dirty="0">
              <a:latin typeface="Tahoma"/>
              <a:cs typeface="Tahoma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VMCTarBrkTqFrnt</a:t>
            </a:r>
            <a:r>
              <a:rPr lang="en-US" altLang="zh-CN" sz="800" kern="0" dirty="0">
                <a:solidFill>
                  <a:srgbClr val="000000"/>
                </a:solidFill>
              </a:rPr>
              <a:t>=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VMCTarBrkTqRear</a:t>
            </a:r>
            <a:r>
              <a:rPr lang="en-US" altLang="zh-CN" sz="800" kern="0" dirty="0">
                <a:solidFill>
                  <a:srgbClr val="000000"/>
                </a:solidFill>
              </a:rPr>
              <a:t>=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800" kern="0" dirty="0">
                <a:solidFill>
                  <a:srgbClr val="000000"/>
                </a:solidFill>
              </a:rPr>
              <a:t>因为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只能通过这两个信号获悉驾驶员制动扭矩目标。所以请求也只能区分前后轴无法单轮请求。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73084A73-10D0-5E07-DE92-8469D6743223}"/>
              </a:ext>
            </a:extLst>
          </p:cNvPr>
          <p:cNvCxnSpPr>
            <a:cxnSpLocks/>
          </p:cNvCxnSpPr>
          <p:nvPr/>
        </p:nvCxnSpPr>
        <p:spPr>
          <a:xfrm flipH="1" flipV="1">
            <a:off x="5823123" y="4324521"/>
            <a:ext cx="224172" cy="6179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3DA0F87-508A-20EF-3477-B130851F53BD}"/>
              </a:ext>
            </a:extLst>
          </p:cNvPr>
          <p:cNvCxnSpPr>
            <a:cxnSpLocks/>
          </p:cNvCxnSpPr>
          <p:nvPr/>
        </p:nvCxnSpPr>
        <p:spPr>
          <a:xfrm>
            <a:off x="2850050" y="909831"/>
            <a:ext cx="3450209" cy="2074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FB4D7C05-38BC-CA32-15CA-DB26CEE587C5}"/>
              </a:ext>
            </a:extLst>
          </p:cNvPr>
          <p:cNvCxnSpPr>
            <a:cxnSpLocks/>
          </p:cNvCxnSpPr>
          <p:nvPr/>
        </p:nvCxnSpPr>
        <p:spPr>
          <a:xfrm>
            <a:off x="5854646" y="860020"/>
            <a:ext cx="250511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C485E875-2745-F13B-A4F2-1B17CFD39C00}"/>
              </a:ext>
            </a:extLst>
          </p:cNvPr>
          <p:cNvCxnSpPr>
            <a:cxnSpLocks/>
          </p:cNvCxnSpPr>
          <p:nvPr/>
        </p:nvCxnSpPr>
        <p:spPr>
          <a:xfrm>
            <a:off x="597301" y="91190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126D6749-E0B6-10EE-19D9-9DD827AAA3F6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371654F-96A2-740F-31F7-9DDF76AB0C3C}"/>
              </a:ext>
            </a:extLst>
          </p:cNvPr>
          <p:cNvSpPr txBox="1"/>
          <p:nvPr/>
        </p:nvSpPr>
        <p:spPr>
          <a:xfrm>
            <a:off x="3134670" y="3836957"/>
            <a:ext cx="2403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扭矩控制模式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TarRegTrqCtrlRqst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95AC05-E60C-3627-D049-7D95271B9B51}"/>
              </a:ext>
            </a:extLst>
          </p:cNvPr>
          <p:cNvSpPr txBox="1"/>
          <p:nvPr/>
        </p:nvSpPr>
        <p:spPr>
          <a:xfrm>
            <a:off x="6149391" y="4275321"/>
            <a:ext cx="2027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转速控制模式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TarRpmCtrlRqst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Sprechblase: rechteckig 29">
            <a:extLst>
              <a:ext uri="{FF2B5EF4-FFF2-40B4-BE49-F238E27FC236}">
                <a16:creationId xmlns:a16="http://schemas.microsoft.com/office/drawing/2014/main" id="{EC86C270-33A8-4069-E85D-7D4849C917AB}"/>
              </a:ext>
            </a:extLst>
          </p:cNvPr>
          <p:cNvSpPr/>
          <p:nvPr/>
        </p:nvSpPr>
        <p:spPr>
          <a:xfrm>
            <a:off x="1769563" y="4155011"/>
            <a:ext cx="2933065" cy="332487"/>
          </a:xfrm>
          <a:prstGeom prst="wedgeRectCallout">
            <a:avLst>
              <a:gd name="adj1" fmla="val 28986"/>
              <a:gd name="adj2" fmla="val -95232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此时电制动请求有效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0" name="Gerader Verbinder 27">
            <a:extLst>
              <a:ext uri="{FF2B5EF4-FFF2-40B4-BE49-F238E27FC236}">
                <a16:creationId xmlns:a16="http://schemas.microsoft.com/office/drawing/2014/main" id="{98C46430-E7F0-A873-AD20-845A4B725896}"/>
              </a:ext>
            </a:extLst>
          </p:cNvPr>
          <p:cNvCxnSpPr>
            <a:cxnSpLocks/>
          </p:cNvCxnSpPr>
          <p:nvPr/>
        </p:nvCxnSpPr>
        <p:spPr>
          <a:xfrm>
            <a:off x="2841057" y="2903132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" name="Gerader Verbinder 32">
            <a:extLst>
              <a:ext uri="{FF2B5EF4-FFF2-40B4-BE49-F238E27FC236}">
                <a16:creationId xmlns:a16="http://schemas.microsoft.com/office/drawing/2014/main" id="{9BFE056F-8EF7-18AE-63B5-9A62F06A38AE}"/>
              </a:ext>
            </a:extLst>
          </p:cNvPr>
          <p:cNvCxnSpPr>
            <a:cxnSpLocks/>
          </p:cNvCxnSpPr>
          <p:nvPr/>
        </p:nvCxnSpPr>
        <p:spPr>
          <a:xfrm>
            <a:off x="3055483" y="3719380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1" name="Gerader Verbinder 4">
            <a:extLst>
              <a:ext uri="{FF2B5EF4-FFF2-40B4-BE49-F238E27FC236}">
                <a16:creationId xmlns:a16="http://schemas.microsoft.com/office/drawing/2014/main" id="{2B55EA21-37E2-39AE-A8AC-3CF153D171B1}"/>
              </a:ext>
            </a:extLst>
          </p:cNvPr>
          <p:cNvCxnSpPr>
            <a:cxnSpLocks/>
          </p:cNvCxnSpPr>
          <p:nvPr/>
        </p:nvCxnSpPr>
        <p:spPr>
          <a:xfrm flipV="1">
            <a:off x="2842881" y="2557448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24" name="Gerader Verbinder 8">
            <a:extLst>
              <a:ext uri="{FF2B5EF4-FFF2-40B4-BE49-F238E27FC236}">
                <a16:creationId xmlns:a16="http://schemas.microsoft.com/office/drawing/2014/main" id="{4AF03F23-4402-B6D7-6C76-D4B064BBF4C8}"/>
              </a:ext>
            </a:extLst>
          </p:cNvPr>
          <p:cNvCxnSpPr>
            <a:cxnSpLocks/>
          </p:cNvCxnSpPr>
          <p:nvPr/>
        </p:nvCxnSpPr>
        <p:spPr>
          <a:xfrm>
            <a:off x="3067363" y="2560217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2" name="Gerader Verbinder 12">
            <a:extLst>
              <a:ext uri="{FF2B5EF4-FFF2-40B4-BE49-F238E27FC236}">
                <a16:creationId xmlns:a16="http://schemas.microsoft.com/office/drawing/2014/main" id="{B26DAFB7-E24C-6EB0-47A0-611573DFE34F}"/>
              </a:ext>
            </a:extLst>
          </p:cNvPr>
          <p:cNvCxnSpPr>
            <a:cxnSpLocks/>
          </p:cNvCxnSpPr>
          <p:nvPr/>
        </p:nvCxnSpPr>
        <p:spPr>
          <a:xfrm>
            <a:off x="2842053" y="3300380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E49777AA-0F8F-E555-A6D1-957F45DCF5B4}"/>
              </a:ext>
            </a:extLst>
          </p:cNvPr>
          <p:cNvCxnSpPr>
            <a:cxnSpLocks/>
          </p:cNvCxnSpPr>
          <p:nvPr/>
        </p:nvCxnSpPr>
        <p:spPr>
          <a:xfrm>
            <a:off x="3077537" y="3557813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38" name="Bogen 25">
            <a:extLst>
              <a:ext uri="{FF2B5EF4-FFF2-40B4-BE49-F238E27FC236}">
                <a16:creationId xmlns:a16="http://schemas.microsoft.com/office/drawing/2014/main" id="{B53A3EA2-133A-A66B-1488-8CC86F956644}"/>
              </a:ext>
            </a:extLst>
          </p:cNvPr>
          <p:cNvSpPr/>
          <p:nvPr/>
        </p:nvSpPr>
        <p:spPr>
          <a:xfrm rot="10800000">
            <a:off x="5634288" y="3215523"/>
            <a:ext cx="440717" cy="498601"/>
          </a:xfrm>
          <a:prstGeom prst="arc">
            <a:avLst>
              <a:gd name="adj1" fmla="val 16200000"/>
              <a:gd name="adj2" fmla="val 20101365"/>
            </a:avLst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Bogen 24">
            <a:extLst>
              <a:ext uri="{FF2B5EF4-FFF2-40B4-BE49-F238E27FC236}">
                <a16:creationId xmlns:a16="http://schemas.microsoft.com/office/drawing/2014/main" id="{8F0898D3-3F99-94CB-B91C-22A19935BF04}"/>
              </a:ext>
            </a:extLst>
          </p:cNvPr>
          <p:cNvSpPr/>
          <p:nvPr/>
        </p:nvSpPr>
        <p:spPr>
          <a:xfrm rot="10800000">
            <a:off x="5668514" y="1417868"/>
            <a:ext cx="327453" cy="2303995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BA4E754-9973-7F4E-512F-23D204CFB3FD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A93CE4E-C202-B3CD-CA45-A5364D460C26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BC6096C1-29A3-A507-6277-C04A2EDB4222}"/>
              </a:ext>
            </a:extLst>
          </p:cNvPr>
          <p:cNvSpPr/>
          <p:nvPr/>
        </p:nvSpPr>
        <p:spPr>
          <a:xfrm>
            <a:off x="5656217" y="1016493"/>
            <a:ext cx="169817" cy="1491576"/>
          </a:xfrm>
          <a:custGeom>
            <a:avLst/>
            <a:gdLst>
              <a:gd name="csX0" fmla="*/ 0 w 169817"/>
              <a:gd name="csY0" fmla="*/ 0 h 1306286"/>
              <a:gd name="csX1" fmla="*/ 0 w 169817"/>
              <a:gd name="csY1" fmla="*/ 1306286 h 1306286"/>
              <a:gd name="csX2" fmla="*/ 169817 w 169817"/>
              <a:gd name="csY2" fmla="*/ 1299754 h 1306286"/>
              <a:gd name="csX3" fmla="*/ 0 w 169817"/>
              <a:gd name="csY3" fmla="*/ 0 h 1306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817" h="1306286">
                <a:moveTo>
                  <a:pt x="0" y="0"/>
                </a:moveTo>
                <a:lnTo>
                  <a:pt x="0" y="1306286"/>
                </a:lnTo>
                <a:lnTo>
                  <a:pt x="169817" y="1299754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922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23A59DA-857F-6686-C75A-23B541E8A25D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3740B67-4928-8C8C-CEC4-BB56D543734E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5" name="Gerader Verbinder 7">
            <a:extLst>
              <a:ext uri="{FF2B5EF4-FFF2-40B4-BE49-F238E27FC236}">
                <a16:creationId xmlns:a16="http://schemas.microsoft.com/office/drawing/2014/main" id="{2FAF935C-B688-3982-E010-A2C1F898AFEB}"/>
              </a:ext>
            </a:extLst>
          </p:cNvPr>
          <p:cNvCxnSpPr>
            <a:cxnSpLocks/>
          </p:cNvCxnSpPr>
          <p:nvPr/>
        </p:nvCxnSpPr>
        <p:spPr>
          <a:xfrm>
            <a:off x="6278184" y="624052"/>
            <a:ext cx="16913" cy="40014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2EF40D64-D6C7-9724-B12F-BE783E2A4E1F}"/>
              </a:ext>
            </a:extLst>
          </p:cNvPr>
          <p:cNvCxnSpPr>
            <a:cxnSpLocks/>
          </p:cNvCxnSpPr>
          <p:nvPr/>
        </p:nvCxnSpPr>
        <p:spPr>
          <a:xfrm flipH="1">
            <a:off x="6047295" y="2628766"/>
            <a:ext cx="249194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7" name="Gerader Verbinder 26">
            <a:extLst>
              <a:ext uri="{FF2B5EF4-FFF2-40B4-BE49-F238E27FC236}">
                <a16:creationId xmlns:a16="http://schemas.microsoft.com/office/drawing/2014/main" id="{2BB23030-5B90-6B60-0803-B5D1380F7B24}"/>
              </a:ext>
            </a:extLst>
          </p:cNvPr>
          <p:cNvCxnSpPr/>
          <p:nvPr/>
        </p:nvCxnSpPr>
        <p:spPr>
          <a:xfrm>
            <a:off x="566352" y="141786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8" name="Gerader Verbinder 27">
            <a:extLst>
              <a:ext uri="{FF2B5EF4-FFF2-40B4-BE49-F238E27FC236}">
                <a16:creationId xmlns:a16="http://schemas.microsoft.com/office/drawing/2014/main" id="{9D1644DF-6346-E32B-2171-B5E15086C3C8}"/>
              </a:ext>
            </a:extLst>
          </p:cNvPr>
          <p:cNvCxnSpPr>
            <a:cxnSpLocks/>
          </p:cNvCxnSpPr>
          <p:nvPr/>
        </p:nvCxnSpPr>
        <p:spPr>
          <a:xfrm>
            <a:off x="2834528" y="1417867"/>
            <a:ext cx="236478" cy="1096732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81" name="Textfeld 34">
            <a:extLst>
              <a:ext uri="{FF2B5EF4-FFF2-40B4-BE49-F238E27FC236}">
                <a16:creationId xmlns:a16="http://schemas.microsoft.com/office/drawing/2014/main" id="{89CCE5C2-4CCF-5592-092A-DA60711FA514}"/>
              </a:ext>
            </a:extLst>
          </p:cNvPr>
          <p:cNvSpPr txBox="1"/>
          <p:nvPr/>
        </p:nvSpPr>
        <p:spPr>
          <a:xfrm>
            <a:off x="785684" y="1131443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E52330"/>
                </a:solidFill>
              </a:rPr>
              <a:t>机械制动扭矩请求前轴</a:t>
            </a:r>
            <a:endParaRPr lang="en-US" altLang="zh-CN" sz="700" kern="0" dirty="0">
              <a:solidFill>
                <a:srgbClr val="E5233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DrRqdFrntShftBrkTorq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E52330"/>
              </a:solidFill>
              <a:effectLst/>
              <a:uLnTx/>
              <a:uFillTx/>
            </a:endParaRPr>
          </a:p>
        </p:txBody>
      </p:sp>
      <p:cxnSp>
        <p:nvCxnSpPr>
          <p:cNvPr id="82" name="Gerader Verbinder 30">
            <a:extLst>
              <a:ext uri="{FF2B5EF4-FFF2-40B4-BE49-F238E27FC236}">
                <a16:creationId xmlns:a16="http://schemas.microsoft.com/office/drawing/2014/main" id="{8AF61131-0D6E-EC5E-4188-D2E0CC455C02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6048103" y="1562944"/>
            <a:ext cx="230081" cy="938336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05DD48FA-C4D7-80F1-CE3E-3A0E59C0001F}"/>
              </a:ext>
            </a:extLst>
          </p:cNvPr>
          <p:cNvSpPr txBox="1"/>
          <p:nvPr/>
        </p:nvSpPr>
        <p:spPr>
          <a:xfrm>
            <a:off x="3004655" y="1727278"/>
            <a:ext cx="16755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zh-CN" sz="600" kern="0" dirty="0" err="1">
                <a:solidFill>
                  <a:srgbClr val="000000"/>
                </a:solidFill>
              </a:rPr>
              <a:t>VMCTarBrkTqFrnt</a:t>
            </a:r>
            <a:r>
              <a:rPr lang="en-US" altLang="zh-CN" sz="600" kern="0" dirty="0">
                <a:solidFill>
                  <a:srgbClr val="000000"/>
                </a:solidFill>
              </a:rPr>
              <a:t>=</a:t>
            </a:r>
            <a:r>
              <a:rPr lang="en-US" altLang="zh-CN" sz="600" kern="0" dirty="0" err="1">
                <a:solidFill>
                  <a:srgbClr val="000000"/>
                </a:solidFill>
              </a:rPr>
              <a:t>DrRqdFrntShftBrkTorq</a:t>
            </a:r>
            <a:endParaRPr lang="en-US" altLang="zh-CN" sz="6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600" kern="0" dirty="0" err="1">
                <a:solidFill>
                  <a:srgbClr val="000000"/>
                </a:solidFill>
              </a:rPr>
              <a:t>VMCTarBrkTqRear</a:t>
            </a:r>
            <a:r>
              <a:rPr lang="en-US" altLang="zh-CN" sz="600" kern="0" dirty="0">
                <a:solidFill>
                  <a:srgbClr val="000000"/>
                </a:solidFill>
              </a:rPr>
              <a:t>= </a:t>
            </a:r>
            <a:r>
              <a:rPr lang="en-US" altLang="zh-CN" sz="6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6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08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0BE01-313A-4709-1C0E-B4F352BC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4F0DEF16-81FA-A6D8-EBCC-B4A4D25E0779}"/>
              </a:ext>
            </a:extLst>
          </p:cNvPr>
          <p:cNvSpPr/>
          <p:nvPr/>
        </p:nvSpPr>
        <p:spPr>
          <a:xfrm>
            <a:off x="2869874" y="1006194"/>
            <a:ext cx="2785749" cy="1498100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80D6D2-09B5-5C62-A8E9-041CEB90C5C3}"/>
              </a:ext>
            </a:extLst>
          </p:cNvPr>
          <p:cNvSpPr/>
          <p:nvPr/>
        </p:nvSpPr>
        <p:spPr>
          <a:xfrm>
            <a:off x="568411" y="1010313"/>
            <a:ext cx="2272648" cy="1491923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0D6076A3-C030-7B57-4D7D-E4EEBD1EDAFB}"/>
              </a:ext>
            </a:extLst>
          </p:cNvPr>
          <p:cNvSpPr/>
          <p:nvPr/>
        </p:nvSpPr>
        <p:spPr>
          <a:xfrm>
            <a:off x="6048103" y="993934"/>
            <a:ext cx="248194" cy="1514136"/>
          </a:xfrm>
          <a:custGeom>
            <a:avLst/>
            <a:gdLst>
              <a:gd name="csX0" fmla="*/ 0 w 248194"/>
              <a:gd name="csY0" fmla="*/ 1449977 h 1456509"/>
              <a:gd name="csX1" fmla="*/ 248194 w 248194"/>
              <a:gd name="csY1" fmla="*/ 1456509 h 1456509"/>
              <a:gd name="csX2" fmla="*/ 248194 w 248194"/>
              <a:gd name="csY2" fmla="*/ 0 h 1456509"/>
              <a:gd name="csX3" fmla="*/ 0 w 248194"/>
              <a:gd name="csY3" fmla="*/ 1449977 h 145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8194" h="1456509">
                <a:moveTo>
                  <a:pt x="0" y="1449977"/>
                </a:moveTo>
                <a:lnTo>
                  <a:pt x="248194" y="1456509"/>
                </a:lnTo>
                <a:lnTo>
                  <a:pt x="248194" y="0"/>
                </a:lnTo>
                <a:lnTo>
                  <a:pt x="0" y="1449977"/>
                </a:lnTo>
                <a:close/>
              </a:path>
            </a:pathLst>
          </a:custGeom>
          <a:solidFill>
            <a:srgbClr val="FFA8A8">
              <a:alpha val="3607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7AA19-C30B-27EE-93F5-62B520FC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CST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4B3A91-BBC0-A52E-BA8C-DFACACE1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6DB6EC-ACF2-8991-1588-EA13031D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6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8B5E70-6EC2-38F6-7E27-0C103A088C23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B2524D5-614D-CD76-9DC2-228192DC731C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29CDE56-509D-1CAE-272E-C4F11112D023}"/>
              </a:ext>
            </a:extLst>
          </p:cNvPr>
          <p:cNvSpPr txBox="1"/>
          <p:nvPr/>
        </p:nvSpPr>
        <p:spPr>
          <a:xfrm rot="16200000">
            <a:off x="208235" y="1752342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扭矩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60503F-8113-A254-8F70-B4E062A445AC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B6329B8-F529-A4A7-03AA-2239813586A9}"/>
              </a:ext>
            </a:extLst>
          </p:cNvPr>
          <p:cNvCxnSpPr>
            <a:cxnSpLocks/>
          </p:cNvCxnSpPr>
          <p:nvPr/>
        </p:nvCxnSpPr>
        <p:spPr>
          <a:xfrm flipH="1">
            <a:off x="2842053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D062756-E85D-0EDA-DD5C-2A063FFBE1B7}"/>
              </a:ext>
            </a:extLst>
          </p:cNvPr>
          <p:cNvCxnSpPr>
            <a:cxnSpLocks/>
          </p:cNvCxnSpPr>
          <p:nvPr/>
        </p:nvCxnSpPr>
        <p:spPr>
          <a:xfrm>
            <a:off x="5823119" y="675354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44F0597-A83D-6B32-88F6-E7308FB84349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F5BD8C63-A544-9EAE-F014-9CC4FBFA6148}"/>
              </a:ext>
            </a:extLst>
          </p:cNvPr>
          <p:cNvSpPr txBox="1"/>
          <p:nvPr/>
        </p:nvSpPr>
        <p:spPr>
          <a:xfrm rot="16200000">
            <a:off x="-101994" y="415514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0B19FDB-D363-27AC-6F36-27D7F81C4F04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B0BDDF5-2D2F-38E0-9689-2A8ED648119F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FA49F4A-2C00-F944-3EFD-B9BB5C6067CB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4C929E7-9165-2810-049B-7B80248BBE11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6051065" y="993934"/>
            <a:ext cx="245232" cy="1514964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DAD4565-C8E0-BCD5-A7FE-0993B3BB4043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C18B90B-99A4-9B8D-CDEA-51E45EE5E2AF}"/>
              </a:ext>
            </a:extLst>
          </p:cNvPr>
          <p:cNvSpPr txBox="1"/>
          <p:nvPr/>
        </p:nvSpPr>
        <p:spPr>
          <a:xfrm>
            <a:off x="784043" y="1259899"/>
            <a:ext cx="1339068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机械制动扭矩请求</a:t>
            </a:r>
            <a:endParaRPr lang="en-US" altLang="zh-CN" sz="700" kern="0" dirty="0">
              <a:solidFill>
                <a:srgbClr val="E5233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000000"/>
                </a:solidFill>
              </a:rPr>
              <a:t> +</a:t>
            </a: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F8EFA7A-3C80-147E-DBD6-80436E795002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BF1EC34-AB5B-C547-6DFC-64D37A660282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746D5CF5-B585-2EF3-298B-3A6EE870ACA5}"/>
              </a:ext>
            </a:extLst>
          </p:cNvPr>
          <p:cNvSpPr txBox="1"/>
          <p:nvPr/>
        </p:nvSpPr>
        <p:spPr>
          <a:xfrm rot="16200000">
            <a:off x="-371689" y="2917823"/>
            <a:ext cx="14057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/>
              <a:t>VMC</a:t>
            </a:r>
            <a:r>
              <a:rPr lang="zh-CN" altLang="en-US" sz="1200" kern="0" dirty="0"/>
              <a:t> 制动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扭矩请求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DAD12F5-9C40-EA31-7311-DE227C5C22F9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8933D443-0734-3D78-9490-ADF23B451445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63728767-3410-28F7-CB36-831D9DEC87CE}"/>
              </a:ext>
            </a:extLst>
          </p:cNvPr>
          <p:cNvSpPr txBox="1"/>
          <p:nvPr/>
        </p:nvSpPr>
        <p:spPr>
          <a:xfrm>
            <a:off x="776459" y="1801527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2EBEEF"/>
                </a:solidFill>
              </a:rPr>
              <a:t>电制动扭矩请求前轴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4BCC8D90-1A73-C5D1-C177-F08C45C72780}"/>
              </a:ext>
            </a:extLst>
          </p:cNvPr>
          <p:cNvSpPr txBox="1"/>
          <p:nvPr/>
        </p:nvSpPr>
        <p:spPr>
          <a:xfrm>
            <a:off x="784043" y="2071068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265F"/>
                </a:solidFill>
              </a:rPr>
              <a:t>电制动扭矩请求后轴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3885E65-C50C-4BF1-6A3F-1C68F3F59653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43797E5-1D13-EB82-4C72-3E6BD702B5ED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5948D00-AC93-5DEC-CBB8-53B63F58E370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D931EAD-5CC2-3D80-0DFB-20CA2CD41862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57090A8D-AD43-A278-C48A-95D98694A088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A82A014B-F295-7FE2-D408-523BF13AFE47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B074CDD-4CB4-86DA-9BC1-C92754B66490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D4E30E3-38A3-9441-1BFF-821CEA7613E6}"/>
              </a:ext>
            </a:extLst>
          </p:cNvPr>
          <p:cNvSpPr txBox="1"/>
          <p:nvPr/>
        </p:nvSpPr>
        <p:spPr>
          <a:xfrm>
            <a:off x="932386" y="718461"/>
            <a:ext cx="1037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FE2D9C9-3DE7-1FE8-2DE4-8CBF01532B26}"/>
              </a:ext>
            </a:extLst>
          </p:cNvPr>
          <p:cNvSpPr txBox="1"/>
          <p:nvPr/>
        </p:nvSpPr>
        <p:spPr>
          <a:xfrm>
            <a:off x="3566934" y="675354"/>
            <a:ext cx="883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9E96782-5DBB-A3DA-530A-C0C3A95E92FD}"/>
              </a:ext>
            </a:extLst>
          </p:cNvPr>
          <p:cNvSpPr txBox="1"/>
          <p:nvPr/>
        </p:nvSpPr>
        <p:spPr>
          <a:xfrm>
            <a:off x="6047295" y="65130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0240FED-FF2E-435F-3E72-8253DA242F75}"/>
              </a:ext>
            </a:extLst>
          </p:cNvPr>
          <p:cNvCxnSpPr>
            <a:cxnSpLocks/>
          </p:cNvCxnSpPr>
          <p:nvPr/>
        </p:nvCxnSpPr>
        <p:spPr>
          <a:xfrm>
            <a:off x="6047295" y="1064040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60CF9986-7874-5F79-015D-B0A2000939D5}"/>
              </a:ext>
            </a:extLst>
          </p:cNvPr>
          <p:cNvSpPr/>
          <p:nvPr/>
        </p:nvSpPr>
        <p:spPr>
          <a:xfrm>
            <a:off x="6891655" y="1051915"/>
            <a:ext cx="2168919" cy="1332932"/>
          </a:xfrm>
          <a:prstGeom prst="wedgeRectCallout">
            <a:avLst>
              <a:gd name="adj1" fmla="val -82015"/>
              <a:gd name="adj2" fmla="val 40108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CST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功能负责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ramp up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机械扭矩到驾驶员目标值：</a:t>
            </a:r>
            <a:endParaRPr lang="en-US" altLang="zh-CN" sz="1200" kern="0" dirty="0">
              <a:latin typeface="Tahoma"/>
              <a:cs typeface="Tahoma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=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+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这个信号无需新增，会按照</a:t>
            </a:r>
            <a:r>
              <a:rPr lang="en-US" altLang="zh-CN" sz="800" kern="0" dirty="0">
                <a:solidFill>
                  <a:srgbClr val="000000"/>
                </a:solidFill>
              </a:rPr>
              <a:t>3500Nm/s </a:t>
            </a:r>
            <a:r>
              <a:rPr lang="zh-CN" altLang="en-US" sz="800" kern="0" dirty="0">
                <a:solidFill>
                  <a:srgbClr val="000000"/>
                </a:solidFill>
              </a:rPr>
              <a:t>的斜率发送这个值给制动。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784F9162-0B12-4FA5-C976-50467F4EE5B0}"/>
              </a:ext>
            </a:extLst>
          </p:cNvPr>
          <p:cNvCxnSpPr>
            <a:cxnSpLocks/>
          </p:cNvCxnSpPr>
          <p:nvPr/>
        </p:nvCxnSpPr>
        <p:spPr>
          <a:xfrm flipH="1">
            <a:off x="5823123" y="4324254"/>
            <a:ext cx="197306" cy="267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21FB39A-90CD-1702-2D5F-A6AD759673D8}"/>
              </a:ext>
            </a:extLst>
          </p:cNvPr>
          <p:cNvCxnSpPr>
            <a:cxnSpLocks/>
          </p:cNvCxnSpPr>
          <p:nvPr/>
        </p:nvCxnSpPr>
        <p:spPr>
          <a:xfrm>
            <a:off x="2850050" y="909831"/>
            <a:ext cx="3450209" cy="2074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D4572591-D87C-FA5E-1394-F721900ACEA4}"/>
              </a:ext>
            </a:extLst>
          </p:cNvPr>
          <p:cNvCxnSpPr>
            <a:cxnSpLocks/>
          </p:cNvCxnSpPr>
          <p:nvPr/>
        </p:nvCxnSpPr>
        <p:spPr>
          <a:xfrm>
            <a:off x="5854646" y="860020"/>
            <a:ext cx="250511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60E75279-4AF9-6D23-DA44-FD2EE348C507}"/>
              </a:ext>
            </a:extLst>
          </p:cNvPr>
          <p:cNvCxnSpPr>
            <a:cxnSpLocks/>
          </p:cNvCxnSpPr>
          <p:nvPr/>
        </p:nvCxnSpPr>
        <p:spPr>
          <a:xfrm>
            <a:off x="597301" y="91190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E97F7E7B-55BD-80D9-F41C-96DF39E26FA9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0336DA8-9BD5-3DBA-0C39-3EA848D87668}"/>
              </a:ext>
            </a:extLst>
          </p:cNvPr>
          <p:cNvSpPr txBox="1"/>
          <p:nvPr/>
        </p:nvSpPr>
        <p:spPr>
          <a:xfrm>
            <a:off x="3134670" y="3836957"/>
            <a:ext cx="2403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扭矩控制模式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TarRegTrqCtrlRqst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6FF1DC2-9178-A76A-E278-BE627DCA8692}"/>
              </a:ext>
            </a:extLst>
          </p:cNvPr>
          <p:cNvSpPr txBox="1"/>
          <p:nvPr/>
        </p:nvSpPr>
        <p:spPr>
          <a:xfrm>
            <a:off x="5391895" y="4138842"/>
            <a:ext cx="2027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转速控制模式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TarRpmCtrlRqst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0" name="Gerader Verbinder 27">
            <a:extLst>
              <a:ext uri="{FF2B5EF4-FFF2-40B4-BE49-F238E27FC236}">
                <a16:creationId xmlns:a16="http://schemas.microsoft.com/office/drawing/2014/main" id="{052B1301-A0E3-CBF6-1543-4F1AEDF98F4C}"/>
              </a:ext>
            </a:extLst>
          </p:cNvPr>
          <p:cNvCxnSpPr>
            <a:cxnSpLocks/>
          </p:cNvCxnSpPr>
          <p:nvPr/>
        </p:nvCxnSpPr>
        <p:spPr>
          <a:xfrm>
            <a:off x="2841057" y="2903132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" name="Gerader Verbinder 32">
            <a:extLst>
              <a:ext uri="{FF2B5EF4-FFF2-40B4-BE49-F238E27FC236}">
                <a16:creationId xmlns:a16="http://schemas.microsoft.com/office/drawing/2014/main" id="{4A08F896-67A6-5A75-2FF8-718CE9D3669F}"/>
              </a:ext>
            </a:extLst>
          </p:cNvPr>
          <p:cNvCxnSpPr>
            <a:cxnSpLocks/>
          </p:cNvCxnSpPr>
          <p:nvPr/>
        </p:nvCxnSpPr>
        <p:spPr>
          <a:xfrm>
            <a:off x="3055483" y="3719380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1" name="Gerader Verbinder 4">
            <a:extLst>
              <a:ext uri="{FF2B5EF4-FFF2-40B4-BE49-F238E27FC236}">
                <a16:creationId xmlns:a16="http://schemas.microsoft.com/office/drawing/2014/main" id="{322F1A94-8E84-6200-5E2F-2A80DA2E072B}"/>
              </a:ext>
            </a:extLst>
          </p:cNvPr>
          <p:cNvCxnSpPr>
            <a:cxnSpLocks/>
          </p:cNvCxnSpPr>
          <p:nvPr/>
        </p:nvCxnSpPr>
        <p:spPr>
          <a:xfrm flipV="1">
            <a:off x="2842881" y="2557448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24" name="Gerader Verbinder 8">
            <a:extLst>
              <a:ext uri="{FF2B5EF4-FFF2-40B4-BE49-F238E27FC236}">
                <a16:creationId xmlns:a16="http://schemas.microsoft.com/office/drawing/2014/main" id="{E14276D0-4BA3-E1C3-A556-36D80B47B4C1}"/>
              </a:ext>
            </a:extLst>
          </p:cNvPr>
          <p:cNvCxnSpPr>
            <a:cxnSpLocks/>
          </p:cNvCxnSpPr>
          <p:nvPr/>
        </p:nvCxnSpPr>
        <p:spPr>
          <a:xfrm>
            <a:off x="3067363" y="2560217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2" name="Gerader Verbinder 12">
            <a:extLst>
              <a:ext uri="{FF2B5EF4-FFF2-40B4-BE49-F238E27FC236}">
                <a16:creationId xmlns:a16="http://schemas.microsoft.com/office/drawing/2014/main" id="{3F849424-10F0-5089-8EEA-7C43EE771E99}"/>
              </a:ext>
            </a:extLst>
          </p:cNvPr>
          <p:cNvCxnSpPr>
            <a:cxnSpLocks/>
          </p:cNvCxnSpPr>
          <p:nvPr/>
        </p:nvCxnSpPr>
        <p:spPr>
          <a:xfrm>
            <a:off x="2842053" y="3300380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C228109-745A-56E8-6E30-ADD28A090314}"/>
              </a:ext>
            </a:extLst>
          </p:cNvPr>
          <p:cNvCxnSpPr>
            <a:cxnSpLocks/>
          </p:cNvCxnSpPr>
          <p:nvPr/>
        </p:nvCxnSpPr>
        <p:spPr>
          <a:xfrm>
            <a:off x="3077537" y="3557813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38" name="Bogen 25">
            <a:extLst>
              <a:ext uri="{FF2B5EF4-FFF2-40B4-BE49-F238E27FC236}">
                <a16:creationId xmlns:a16="http://schemas.microsoft.com/office/drawing/2014/main" id="{476B8304-E8EB-F82B-2AAA-65B164095C3D}"/>
              </a:ext>
            </a:extLst>
          </p:cNvPr>
          <p:cNvSpPr/>
          <p:nvPr/>
        </p:nvSpPr>
        <p:spPr>
          <a:xfrm rot="10800000">
            <a:off x="5634288" y="3215523"/>
            <a:ext cx="440717" cy="498601"/>
          </a:xfrm>
          <a:prstGeom prst="arc">
            <a:avLst>
              <a:gd name="adj1" fmla="val 16200000"/>
              <a:gd name="adj2" fmla="val 20101365"/>
            </a:avLst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Bogen 24">
            <a:extLst>
              <a:ext uri="{FF2B5EF4-FFF2-40B4-BE49-F238E27FC236}">
                <a16:creationId xmlns:a16="http://schemas.microsoft.com/office/drawing/2014/main" id="{E4BD0D70-2EB8-BC0A-882D-A1404277B18E}"/>
              </a:ext>
            </a:extLst>
          </p:cNvPr>
          <p:cNvSpPr/>
          <p:nvPr/>
        </p:nvSpPr>
        <p:spPr>
          <a:xfrm rot="10800000">
            <a:off x="5668514" y="1417868"/>
            <a:ext cx="327453" cy="2303995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09D855D-092B-722D-0DE6-512DB69664FC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8909BC-44E8-3FA1-3678-C60A08B12344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9BE5512C-14B5-CE37-2CFE-6B52606DD1B0}"/>
              </a:ext>
            </a:extLst>
          </p:cNvPr>
          <p:cNvSpPr/>
          <p:nvPr/>
        </p:nvSpPr>
        <p:spPr>
          <a:xfrm>
            <a:off x="5656217" y="1016493"/>
            <a:ext cx="169817" cy="1491576"/>
          </a:xfrm>
          <a:custGeom>
            <a:avLst/>
            <a:gdLst>
              <a:gd name="csX0" fmla="*/ 0 w 169817"/>
              <a:gd name="csY0" fmla="*/ 0 h 1306286"/>
              <a:gd name="csX1" fmla="*/ 0 w 169817"/>
              <a:gd name="csY1" fmla="*/ 1306286 h 1306286"/>
              <a:gd name="csX2" fmla="*/ 169817 w 169817"/>
              <a:gd name="csY2" fmla="*/ 1299754 h 1306286"/>
              <a:gd name="csX3" fmla="*/ 0 w 169817"/>
              <a:gd name="csY3" fmla="*/ 0 h 1306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817" h="1306286">
                <a:moveTo>
                  <a:pt x="0" y="0"/>
                </a:moveTo>
                <a:lnTo>
                  <a:pt x="0" y="1306286"/>
                </a:lnTo>
                <a:lnTo>
                  <a:pt x="169817" y="1299754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922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E6E3119-F901-4D21-64E6-A3D2D2072A31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265984-5D0D-D6D1-913A-1BCCCCFFFE15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5" name="Gerader Verbinder 7">
            <a:extLst>
              <a:ext uri="{FF2B5EF4-FFF2-40B4-BE49-F238E27FC236}">
                <a16:creationId xmlns:a16="http://schemas.microsoft.com/office/drawing/2014/main" id="{9897C0C7-2A8D-9F53-21DC-705180BC5293}"/>
              </a:ext>
            </a:extLst>
          </p:cNvPr>
          <p:cNvCxnSpPr>
            <a:cxnSpLocks/>
          </p:cNvCxnSpPr>
          <p:nvPr/>
        </p:nvCxnSpPr>
        <p:spPr>
          <a:xfrm>
            <a:off x="6278184" y="624052"/>
            <a:ext cx="16913" cy="40014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3D3486CD-939E-4139-F9E4-0073D5972DC2}"/>
              </a:ext>
            </a:extLst>
          </p:cNvPr>
          <p:cNvCxnSpPr>
            <a:cxnSpLocks/>
          </p:cNvCxnSpPr>
          <p:nvPr/>
        </p:nvCxnSpPr>
        <p:spPr>
          <a:xfrm flipH="1">
            <a:off x="6047295" y="2628766"/>
            <a:ext cx="230889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1" name="Gerader Verbinder 26">
            <a:extLst>
              <a:ext uri="{FF2B5EF4-FFF2-40B4-BE49-F238E27FC236}">
                <a16:creationId xmlns:a16="http://schemas.microsoft.com/office/drawing/2014/main" id="{44516934-F0F3-31F2-B7EA-ED303EEEAF0A}"/>
              </a:ext>
            </a:extLst>
          </p:cNvPr>
          <p:cNvCxnSpPr/>
          <p:nvPr/>
        </p:nvCxnSpPr>
        <p:spPr>
          <a:xfrm>
            <a:off x="6295097" y="993934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87D229E-3701-E755-0109-F8F5B574E105}"/>
              </a:ext>
            </a:extLst>
          </p:cNvPr>
          <p:cNvSpPr txBox="1"/>
          <p:nvPr/>
        </p:nvSpPr>
        <p:spPr>
          <a:xfrm>
            <a:off x="2984897" y="2686946"/>
            <a:ext cx="2393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起始点：</a:t>
            </a: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斜率下降到</a:t>
            </a:r>
            <a:r>
              <a:rPr lang="en-US" altLang="zh-CN" sz="700" kern="0" dirty="0">
                <a:solidFill>
                  <a:srgbClr val="FF0000"/>
                </a:solidFill>
              </a:rPr>
              <a:t>0.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D98079-3399-563B-D913-2952B24F5C07}"/>
              </a:ext>
            </a:extLst>
          </p:cNvPr>
          <p:cNvSpPr txBox="1"/>
          <p:nvPr/>
        </p:nvSpPr>
        <p:spPr>
          <a:xfrm>
            <a:off x="6286640" y="2566049"/>
            <a:ext cx="2393253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斜率从</a:t>
            </a:r>
            <a:r>
              <a:rPr lang="en-US" altLang="zh-CN" sz="700" kern="0" dirty="0">
                <a:solidFill>
                  <a:srgbClr val="FF0000"/>
                </a:solidFill>
              </a:rPr>
              <a:t>0</a:t>
            </a:r>
            <a:r>
              <a:rPr lang="zh-CN" altLang="en-US" sz="700" kern="0" dirty="0">
                <a:solidFill>
                  <a:srgbClr val="FF0000"/>
                </a:solidFill>
              </a:rPr>
              <a:t>升到目标。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请求达到目标即可退出</a:t>
            </a:r>
            <a:r>
              <a:rPr lang="en-US" altLang="zh-CN" sz="700" kern="0" dirty="0">
                <a:solidFill>
                  <a:srgbClr val="FF0000"/>
                </a:solidFill>
              </a:rPr>
              <a:t>CST</a:t>
            </a:r>
            <a:r>
              <a:rPr lang="zh-CN" altLang="en-US" sz="700" kern="0" dirty="0">
                <a:solidFill>
                  <a:srgbClr val="FF0000"/>
                </a:solidFill>
              </a:rPr>
              <a:t>功能，无需校验实际制动力是否达标。</a:t>
            </a:r>
            <a:endParaRPr lang="en-US" altLang="zh-CN" sz="7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4980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ZF AG">
  <a:themeElements>
    <a:clrScheme name="Benutzerdefiniert 3">
      <a:dk1>
        <a:srgbClr val="000000"/>
      </a:dk1>
      <a:lt1>
        <a:srgbClr val="FFFFFF"/>
      </a:lt1>
      <a:dk2>
        <a:srgbClr val="00ABE7"/>
      </a:dk2>
      <a:lt2>
        <a:srgbClr val="ACBBC5"/>
      </a:lt2>
      <a:accent1>
        <a:srgbClr val="768E9F"/>
      </a:accent1>
      <a:accent2>
        <a:srgbClr val="93D5F6"/>
      </a:accent2>
      <a:accent3>
        <a:srgbClr val="CEEBFC"/>
      </a:accent3>
      <a:accent4>
        <a:srgbClr val="475968"/>
      </a:accent4>
      <a:accent5>
        <a:srgbClr val="0057B7"/>
      </a:accent5>
      <a:accent6>
        <a:srgbClr val="2EBEEF"/>
      </a:accent6>
      <a:hlink>
        <a:srgbClr val="0057B7"/>
      </a:hlink>
      <a:folHlink>
        <a:srgbClr val="768E9F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75%">
      <a:srgbClr val="2EBEEF"/>
    </a:custClr>
    <a:custClr name="ZF Cyan 50%">
      <a:srgbClr val="93D5F6"/>
    </a:custClr>
    <a:custClr name="ZF Cyan 25%">
      <a:srgbClr val="CEEBFC"/>
    </a:custClr>
    <a:custClr>
      <a:srgbClr val="FFFFFF"/>
    </a:custClr>
    <a:custClr name="ZF Blue / 1. Step color gradient">
      <a:srgbClr val="0057B7"/>
    </a:custClr>
    <a:custClr name="ZF Dark Blue / 2. Step color gradient">
      <a:srgbClr val="000828"/>
    </a:custClr>
    <a:custClr name="ZF Middle Blue">
      <a:srgbClr val="00265F"/>
    </a:custClr>
    <a:custClr>
      <a:srgbClr val="FFFFFF"/>
    </a:custClr>
    <a:custClr name="ZF Red">
      <a:srgbClr val="E52330"/>
    </a:custClr>
    <a:custClr name="ZF Black 100%">
      <a:srgbClr val="000000"/>
    </a:custClr>
    <a:custClr name="ZF Gray 800">
      <a:srgbClr val="475968"/>
    </a:custClr>
    <a:custClr name="ZF Gray 500">
      <a:srgbClr val="768E9F"/>
    </a:custClr>
    <a:custClr name="ZF Gray 300">
      <a:srgbClr val="ACBBC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ZF Aqua 100% (Chart color)">
      <a:srgbClr val="00A7AB"/>
    </a:custClr>
    <a:custClr name="ZF Aqua 50% (Chart color)">
      <a:srgbClr val="A2D3D6"/>
    </a:custClr>
    <a:custClr name="ZF Purple 100% (Chart color)">
      <a:srgbClr val="524E9C"/>
    </a:custClr>
    <a:custClr name="ZF Purple 50% (Chart color)">
      <a:srgbClr val="A6A1D0"/>
    </a:custClr>
    <a:custClr name="ZF Orange 100% (Chart color)">
      <a:srgbClr val="F28A3D"/>
    </a:custClr>
    <a:custClr name="ZF Orange 50% (Chart color)">
      <a:srgbClr val="FAC89F"/>
    </a:custClr>
  </a:custClrLst>
  <a:extLst>
    <a:ext uri="{05A4C25C-085E-4340-85A3-A5531E510DB2}">
      <thm15:themeFamily xmlns:thm15="http://schemas.microsoft.com/office/thememl/2012/main" name="master_zf.potx" id="{0C20BA16-1FCA-489C-8054-EED9591F7A61}" vid="{2BC6EB19-77C4-4617-9BC8-50CED133014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4ECDE3992A08C4AB27EAAF617A05967" ma:contentTypeVersion="18" ma:contentTypeDescription="新建文档。" ma:contentTypeScope="" ma:versionID="7a1862a2c5bfb592d13551c3fa22cd36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0695127d08f6d47f62536280da32b892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处理状态" ma:internalName="PrimeClassificationStatus">
      <xsd:simpleType>
        <xsd:restriction base="dms:Text"/>
      </xsd:simpleType>
    </xsd:element>
    <xsd:element name="PrimeClassificationStatusDetails" ma:index="22" nillable="true" ma:displayName="处理详细信息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已处理" ma:internalName="PrimeLastClassified">
      <xsd:simpleType>
        <xsd:restriction base="dms:DateTime"/>
      </xsd:simpleType>
    </xsd:element>
    <xsd:element name="PrimeCorrectedByUser" ma:index="24" nillable="true" ma:displayName="已更正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CorrectedByUser xmlns="f4ecdb93-bc7f-4438-8c77-236ab96c18a9" xsi:nil="true"/>
    <testStatus xmlns="455088e1-af34-4927-a3f0-bdce59540293">Not found</testStatus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B2D737-0A0C-4B96-8DF8-B70999A2FA3B}"/>
</file>

<file path=customXml/itemProps2.xml><?xml version="1.0" encoding="utf-8"?>
<ds:datastoreItem xmlns:ds="http://schemas.openxmlformats.org/officeDocument/2006/customXml" ds:itemID="{7B35380E-1B53-4838-81C3-2AB9939B6FC6}">
  <ds:schemaRefs>
    <ds:schemaRef ds:uri="http://schemas.microsoft.com/office/2006/metadata/properties"/>
    <ds:schemaRef ds:uri="http://schemas.microsoft.com/office/infopath/2007/PartnerControls"/>
    <ds:schemaRef ds:uri="f4ecdb93-bc7f-4438-8c77-236ab96c18a9"/>
    <ds:schemaRef ds:uri="455088e1-af34-4927-a3f0-bdce59540293"/>
  </ds:schemaRefs>
</ds:datastoreItem>
</file>

<file path=customXml/itemProps3.xml><?xml version="1.0" encoding="utf-8"?>
<ds:datastoreItem xmlns:ds="http://schemas.openxmlformats.org/officeDocument/2006/customXml" ds:itemID="{DDA0BA8E-434D-48CF-8C42-C96ADE6F01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546</Words>
  <Application>Microsoft Office PowerPoint</Application>
  <PresentationFormat>全屏显示(16:9)</PresentationFormat>
  <Paragraphs>124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Tahoma</vt:lpstr>
      <vt:lpstr>ZF AG</vt:lpstr>
      <vt:lpstr>CST Logic</vt:lpstr>
      <vt:lpstr>normal CST Scenario</vt:lpstr>
      <vt:lpstr>normal CST Scenario</vt:lpstr>
      <vt:lpstr>normal CST Scenario</vt:lpstr>
      <vt:lpstr>normal CST Scenario</vt:lpstr>
      <vt:lpstr>normal CST Scenario</vt:lpstr>
    </vt:vector>
  </TitlesOfParts>
  <Company>ZF Active Safety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Broetz Nicolas Dr. KBL DIRDC2</dc:creator>
  <cp:lastModifiedBy>Yang Zhen SGH CDAY223</cp:lastModifiedBy>
  <cp:revision>3</cp:revision>
  <cp:lastPrinted>2022-11-09T16:26:39Z</cp:lastPrinted>
  <dcterms:created xsi:type="dcterms:W3CDTF">2025-11-12T11:32:09Z</dcterms:created>
  <dcterms:modified xsi:type="dcterms:W3CDTF">2026-07-24T01:30:10Z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w_Agenda_1">
    <vt:lpwstr>Lorem ipsum dolor sit amet</vt:lpwstr>
  </property>
  <property fmtid="{D5CDD505-2E9C-101B-9397-08002B2CF9AE}" pid="3" name="tw_Agenda_2">
    <vt:lpwstr/>
  </property>
  <property fmtid="{D5CDD505-2E9C-101B-9397-08002B2CF9AE}" pid="4" name="tw_Agenda_3">
    <vt:lpwstr/>
  </property>
  <property fmtid="{D5CDD505-2E9C-101B-9397-08002B2CF9AE}" pid="5" name="tw_Agenda_4">
    <vt:lpwstr/>
  </property>
  <property fmtid="{D5CDD505-2E9C-101B-9397-08002B2CF9AE}" pid="6" name="tw_Agenda_5">
    <vt:lpwstr/>
  </property>
  <property fmtid="{D5CDD505-2E9C-101B-9397-08002B2CF9AE}" pid="7" name="tw_Agenda_6">
    <vt:lpwstr/>
  </property>
  <property fmtid="{D5CDD505-2E9C-101B-9397-08002B2CF9AE}" pid="8" name="tw_Agenda_7">
    <vt:lpwstr/>
  </property>
  <property fmtid="{D5CDD505-2E9C-101B-9397-08002B2CF9AE}" pid="9" name="tw_Agenda_8">
    <vt:lpwstr/>
  </property>
  <property fmtid="{D5CDD505-2E9C-101B-9397-08002B2CF9AE}" pid="10" name="tw_Agenda_9">
    <vt:lpwstr/>
  </property>
  <property fmtid="{D5CDD505-2E9C-101B-9397-08002B2CF9AE}" pid="11" name="tw_Agenda_10">
    <vt:lpwstr/>
  </property>
  <property fmtid="{D5CDD505-2E9C-101B-9397-08002B2CF9AE}" pid="12" name="tw_Agenda_11">
    <vt:lpwstr/>
  </property>
  <property fmtid="{D5CDD505-2E9C-101B-9397-08002B2CF9AE}" pid="13" name="tw_Agenda_12">
    <vt:lpwstr/>
  </property>
  <property fmtid="{D5CDD505-2E9C-101B-9397-08002B2CF9AE}" pid="14" name="ContentTypeId">
    <vt:lpwstr>0x010100F4ECDE3992A08C4AB27EAAF617A05967</vt:lpwstr>
  </property>
  <property fmtid="{D5CDD505-2E9C-101B-9397-08002B2CF9AE}" pid="15" name="MSIP_Label_7294a1c8-9899-41e7-8f6e-8b1b3c79592a_Enabled">
    <vt:lpwstr>true</vt:lpwstr>
  </property>
  <property fmtid="{D5CDD505-2E9C-101B-9397-08002B2CF9AE}" pid="16" name="MSIP_Label_7294a1c8-9899-41e7-8f6e-8b1b3c79592a_SetDate">
    <vt:lpwstr>2025-11-12T11:46:49Z</vt:lpwstr>
  </property>
  <property fmtid="{D5CDD505-2E9C-101B-9397-08002B2CF9AE}" pid="17" name="MSIP_Label_7294a1c8-9899-41e7-8f6e-8b1b3c79592a_Method">
    <vt:lpwstr>Privileged</vt:lpwstr>
  </property>
  <property fmtid="{D5CDD505-2E9C-101B-9397-08002B2CF9AE}" pid="18" name="MSIP_Label_7294a1c8-9899-41e7-8f6e-8b1b3c79592a_Name">
    <vt:lpwstr>Internal sub2 (no marking)</vt:lpwstr>
  </property>
  <property fmtid="{D5CDD505-2E9C-101B-9397-08002B2CF9AE}" pid="19" name="MSIP_Label_7294a1c8-9899-41e7-8f6e-8b1b3c79592a_SiteId">
    <vt:lpwstr>eb70b763-b6d7-4486-8555-8831709a784e</vt:lpwstr>
  </property>
  <property fmtid="{D5CDD505-2E9C-101B-9397-08002B2CF9AE}" pid="20" name="MSIP_Label_7294a1c8-9899-41e7-8f6e-8b1b3c79592a_ActionId">
    <vt:lpwstr>32ddd41e-cf12-4524-bb3d-d376f710a0e0</vt:lpwstr>
  </property>
  <property fmtid="{D5CDD505-2E9C-101B-9397-08002B2CF9AE}" pid="21" name="MSIP_Label_7294a1c8-9899-41e7-8f6e-8b1b3c79592a_ContentBits">
    <vt:lpwstr>0</vt:lpwstr>
  </property>
  <property fmtid="{D5CDD505-2E9C-101B-9397-08002B2CF9AE}" pid="22" name="MSIP_Label_7294a1c8-9899-41e7-8f6e-8b1b3c79592a_Tag">
    <vt:lpwstr>10, 0, 1, 1</vt:lpwstr>
  </property>
  <property fmtid="{D5CDD505-2E9C-101B-9397-08002B2CF9AE}" pid="23" name="MediaServiceImageTags">
    <vt:lpwstr/>
  </property>
</Properties>
</file>