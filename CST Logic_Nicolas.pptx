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57" r:id="rId5"/>
    <p:sldId id="258" r:id="rId6"/>
    <p:sldId id="259" r:id="rId7"/>
    <p:sldId id="260" r:id="rId8"/>
  </p:sldIdLst>
  <p:sldSz cx="9144000" cy="5143500" type="screen16x9"/>
  <p:notesSz cx="7099300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52" userDrawn="1">
          <p15:clr>
            <a:srgbClr val="A4A3A4"/>
          </p15:clr>
        </p15:guide>
        <p15:guide id="2" orient="horz" pos="612" userDrawn="1">
          <p15:clr>
            <a:srgbClr val="A4A3A4"/>
          </p15:clr>
        </p15:guide>
        <p15:guide id="3" orient="horz" pos="1854" userDrawn="1">
          <p15:clr>
            <a:srgbClr val="A4A3A4"/>
          </p15:clr>
        </p15:guide>
        <p15:guide id="4" orient="horz" pos="2994" userDrawn="1">
          <p15:clr>
            <a:srgbClr val="A4A3A4"/>
          </p15:clr>
        </p15:guide>
        <p15:guide id="5" pos="2934" userDrawn="1">
          <p15:clr>
            <a:srgbClr val="A4A3A4"/>
          </p15:clr>
        </p15:guide>
        <p15:guide id="6" pos="2826" userDrawn="1">
          <p15:clr>
            <a:srgbClr val="A4A3A4"/>
          </p15:clr>
        </p15:guide>
        <p15:guide id="7" pos="5538" userDrawn="1">
          <p15:clr>
            <a:srgbClr val="A4A3A4"/>
          </p15:clr>
        </p15:guide>
        <p15:guide id="8" pos="22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BE7"/>
    <a:srgbClr val="2EBEEF"/>
    <a:srgbClr val="93D5F6"/>
    <a:srgbClr val="CEEBFC"/>
    <a:srgbClr val="0057B7"/>
    <a:srgbClr val="000828"/>
    <a:srgbClr val="475968"/>
    <a:srgbClr val="E523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DD96F3-A351-4EED-A098-41AB839BD8D2}" v="5" dt="2026-03-10T08:03:04.5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8" autoAdjust="0"/>
    <p:restoredTop sz="94604" autoAdjust="0"/>
  </p:normalViewPr>
  <p:slideViewPr>
    <p:cSldViewPr snapToGrid="0" snapToObjects="1">
      <p:cViewPr varScale="1">
        <p:scale>
          <a:sx n="146" d="100"/>
          <a:sy n="146" d="100"/>
        </p:scale>
        <p:origin x="402" y="108"/>
      </p:cViewPr>
      <p:guideLst>
        <p:guide orient="horz" pos="1752"/>
        <p:guide orient="horz" pos="612"/>
        <p:guide orient="horz" pos="1854"/>
        <p:guide orient="horz" pos="2994"/>
        <p:guide pos="2934"/>
        <p:guide pos="2826"/>
        <p:guide pos="5538"/>
        <p:guide pos="22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-3834" y="-96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 Zhen SGH CDAY223" userId="58c6818a-3577-4ae3-8238-bcb4cc81b368" providerId="ADAL" clId="{BEBCD458-1472-443B-8616-221ED4FCAD17}"/>
    <pc:docChg chg="addSld modSld">
      <pc:chgData name="Yang Zhen SGH CDAY223" userId="58c6818a-3577-4ae3-8238-bcb4cc81b368" providerId="ADAL" clId="{BEBCD458-1472-443B-8616-221ED4FCAD17}" dt="2026-03-10T08:05:46.249" v="589" actId="20577"/>
      <pc:docMkLst>
        <pc:docMk/>
      </pc:docMkLst>
      <pc:sldChg chg="modSp add mod">
        <pc:chgData name="Yang Zhen SGH CDAY223" userId="58c6818a-3577-4ae3-8238-bcb4cc81b368" providerId="ADAL" clId="{BEBCD458-1472-443B-8616-221ED4FCAD17}" dt="2026-03-10T08:05:46.249" v="589" actId="20577"/>
        <pc:sldMkLst>
          <pc:docMk/>
          <pc:sldMk cId="1248162188" sldId="260"/>
        </pc:sldMkLst>
        <pc:spChg chg="mod">
          <ac:chgData name="Yang Zhen SGH CDAY223" userId="58c6818a-3577-4ae3-8238-bcb4cc81b368" providerId="ADAL" clId="{BEBCD458-1472-443B-8616-221ED4FCAD17}" dt="2026-03-10T08:05:15.262" v="520" actId="20577"/>
          <ac:spMkLst>
            <pc:docMk/>
            <pc:sldMk cId="1248162188" sldId="260"/>
            <ac:spMk id="11" creationId="{2F1DF634-30C5-65B6-CB3E-87A578A78CF3}"/>
          </ac:spMkLst>
        </pc:spChg>
        <pc:spChg chg="mod">
          <ac:chgData name="Yang Zhen SGH CDAY223" userId="58c6818a-3577-4ae3-8238-bcb4cc81b368" providerId="ADAL" clId="{BEBCD458-1472-443B-8616-221ED4FCAD17}" dt="2026-03-10T08:05:46.249" v="589" actId="20577"/>
          <ac:spMkLst>
            <pc:docMk/>
            <pc:sldMk cId="1248162188" sldId="260"/>
            <ac:spMk id="18" creationId="{E58ED813-0ABC-55F8-F883-DBC1C31945D4}"/>
          </ac:spMkLst>
        </pc:spChg>
        <pc:spChg chg="mod">
          <ac:chgData name="Yang Zhen SGH CDAY223" userId="58c6818a-3577-4ae3-8238-bcb4cc81b368" providerId="ADAL" clId="{BEBCD458-1472-443B-8616-221ED4FCAD17}" dt="2026-03-10T08:02:26.507" v="299" actId="20577"/>
          <ac:spMkLst>
            <pc:docMk/>
            <pc:sldMk cId="1248162188" sldId="260"/>
            <ac:spMk id="23" creationId="{F2929FFE-3DC5-9A91-BC8B-B96DBCA9C9AC}"/>
          </ac:spMkLst>
        </pc:spChg>
        <pc:spChg chg="mod">
          <ac:chgData name="Yang Zhen SGH CDAY223" userId="58c6818a-3577-4ae3-8238-bcb4cc81b368" providerId="ADAL" clId="{BEBCD458-1472-443B-8616-221ED4FCAD17}" dt="2026-03-10T08:04:54.605" v="514" actId="14100"/>
          <ac:spMkLst>
            <pc:docMk/>
            <pc:sldMk cId="1248162188" sldId="260"/>
            <ac:spMk id="30" creationId="{33881ABB-DDF1-81BB-529B-812ABAD7F825}"/>
          </ac:spMkLst>
        </pc:spChg>
        <pc:spChg chg="mod">
          <ac:chgData name="Yang Zhen SGH CDAY223" userId="58c6818a-3577-4ae3-8238-bcb4cc81b368" providerId="ADAL" clId="{BEBCD458-1472-443B-8616-221ED4FCAD17}" dt="2026-03-10T08:03:11.855" v="353" actId="20577"/>
          <ac:spMkLst>
            <pc:docMk/>
            <pc:sldMk cId="1248162188" sldId="260"/>
            <ac:spMk id="34" creationId="{23435069-C46B-EB8B-143F-F3939656B4C9}"/>
          </ac:spMkLst>
        </pc:spChg>
        <pc:spChg chg="mod">
          <ac:chgData name="Yang Zhen SGH CDAY223" userId="58c6818a-3577-4ae3-8238-bcb4cc81b368" providerId="ADAL" clId="{BEBCD458-1472-443B-8616-221ED4FCAD17}" dt="2026-03-10T08:05:24.808" v="546" actId="20577"/>
          <ac:spMkLst>
            <pc:docMk/>
            <pc:sldMk cId="1248162188" sldId="260"/>
            <ac:spMk id="40" creationId="{944F8F31-7068-3568-9EE8-6FA670C25B6E}"/>
          </ac:spMkLst>
        </pc:spChg>
        <pc:spChg chg="mod">
          <ac:chgData name="Yang Zhen SGH CDAY223" userId="58c6818a-3577-4ae3-8238-bcb4cc81b368" providerId="ADAL" clId="{BEBCD458-1472-443B-8616-221ED4FCAD17}" dt="2026-03-10T07:58:48.162" v="39" actId="20577"/>
          <ac:spMkLst>
            <pc:docMk/>
            <pc:sldMk cId="1248162188" sldId="260"/>
            <ac:spMk id="41" creationId="{3EA7B7D6-FE72-F2F8-65A2-CFA5B95AE19B}"/>
          </ac:spMkLst>
        </pc:spChg>
        <pc:spChg chg="mod">
          <ac:chgData name="Yang Zhen SGH CDAY223" userId="58c6818a-3577-4ae3-8238-bcb4cc81b368" providerId="ADAL" clId="{BEBCD458-1472-443B-8616-221ED4FCAD17}" dt="2026-03-10T07:59:03.250" v="71" actId="1076"/>
          <ac:spMkLst>
            <pc:docMk/>
            <pc:sldMk cId="1248162188" sldId="260"/>
            <ac:spMk id="44" creationId="{FD70D49B-A297-1B4D-67C9-F0625B9390A2}"/>
          </ac:spMkLst>
        </pc:spChg>
        <pc:spChg chg="mod">
          <ac:chgData name="Yang Zhen SGH CDAY223" userId="58c6818a-3577-4ae3-8238-bcb4cc81b368" providerId="ADAL" clId="{BEBCD458-1472-443B-8616-221ED4FCAD17}" dt="2026-03-10T07:59:14.579" v="97" actId="1076"/>
          <ac:spMkLst>
            <pc:docMk/>
            <pc:sldMk cId="1248162188" sldId="260"/>
            <ac:spMk id="45" creationId="{FB75632D-A74D-DA7A-6220-18E06D3AC245}"/>
          </ac:spMkLst>
        </pc:spChg>
        <pc:spChg chg="mod">
          <ac:chgData name="Yang Zhen SGH CDAY223" userId="58c6818a-3577-4ae3-8238-bcb4cc81b368" providerId="ADAL" clId="{BEBCD458-1472-443B-8616-221ED4FCAD17}" dt="2026-03-10T08:04:03.226" v="448" actId="20577"/>
          <ac:spMkLst>
            <pc:docMk/>
            <pc:sldMk cId="1248162188" sldId="260"/>
            <ac:spMk id="48" creationId="{F33462F3-3C88-20F0-79FB-4406EE1D6BA3}"/>
          </ac:spMkLst>
        </pc:spChg>
        <pc:spChg chg="mod">
          <ac:chgData name="Yang Zhen SGH CDAY223" userId="58c6818a-3577-4ae3-8238-bcb4cc81b368" providerId="ADAL" clId="{BEBCD458-1472-443B-8616-221ED4FCAD17}" dt="2026-03-10T08:00:33.539" v="237" actId="20577"/>
          <ac:spMkLst>
            <pc:docMk/>
            <pc:sldMk cId="1248162188" sldId="260"/>
            <ac:spMk id="49" creationId="{2B6C7DE8-6107-2F5A-1C71-782518EE70BA}"/>
          </ac:spMkLst>
        </pc:spChg>
        <pc:spChg chg="mod">
          <ac:chgData name="Yang Zhen SGH CDAY223" userId="58c6818a-3577-4ae3-8238-bcb4cc81b368" providerId="ADAL" clId="{BEBCD458-1472-443B-8616-221ED4FCAD17}" dt="2026-03-10T08:04:35.720" v="482" actId="20577"/>
          <ac:spMkLst>
            <pc:docMk/>
            <pc:sldMk cId="1248162188" sldId="260"/>
            <ac:spMk id="51" creationId="{E8C2FC40-430F-9236-955D-E883EAA8492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de-DE" sz="110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37581487-DED7-4908-9A01-0A45EDCB1D6C}" type="datetimeFigureOut">
              <a:rPr lang="de-DE" sz="1100"/>
              <a:t>10.03.2026</a:t>
            </a:fld>
            <a:endParaRPr lang="de-DE" sz="1100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de-DE" sz="110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3F42A22D-1E89-46D3-A8B1-76349A9A3E3A}" type="slidenum">
              <a:rPr lang="de-DE" sz="1100"/>
              <a:t>‹#›</a:t>
            </a:fld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527662289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5888" y="403225"/>
            <a:ext cx="6850062" cy="385445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vert="horz" lIns="99048" tIns="49524" rIns="99048" bIns="49524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72667" y="4432312"/>
            <a:ext cx="6335333" cy="5439657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1294" y="9947545"/>
            <a:ext cx="3076363" cy="282056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100"/>
            </a:lvl1pPr>
          </a:lstStyle>
          <a:p>
            <a:fld id="{D61B4C21-2AF8-4513-9A88-12DEBB551087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262257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16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432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648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864000" indent="-216000" algn="l" defTabSz="914400" rtl="0" eaLnBrk="1" latinLnBrk="0" hangingPunct="1">
      <a:buClr>
        <a:schemeClr val="tx2"/>
      </a:buClr>
      <a:buFont typeface="Tahoma" panose="020B060403050404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bildplatzhalter 2"/>
          <p:cNvSpPr>
            <a:spLocks noGrp="1" noRot="1" noChangeAspect="1"/>
          </p:cNvSpPr>
          <p:nvPr>
            <p:ph type="sldImg"/>
          </p:nvPr>
        </p:nvSpPr>
        <p:spPr>
          <a:xfrm>
            <a:off x="360363" y="360363"/>
            <a:ext cx="6119812" cy="3443287"/>
          </a:xfrm>
        </p:spPr>
      </p:sp>
      <p:sp>
        <p:nvSpPr>
          <p:cNvPr id="5" name="Notizenplatzhalt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1B4C21-2AF8-4513-9A88-12DEBB551087}" type="slidenum">
              <a:rPr lang="de-DE" smtClean="0"/>
              <a:pPr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1651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0B27B7-17E5-4A05-7F83-00E7B178F6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9999" y="908416"/>
            <a:ext cx="8424000" cy="1057982"/>
          </a:xfrm>
        </p:spPr>
        <p:txBody>
          <a:bodyPr vert="horz" lIns="0" tIns="0" rIns="0" bIns="0" rtlCol="0" anchor="b" anchorCtr="0">
            <a:noAutofit/>
          </a:bodyPr>
          <a:lstStyle>
            <a:lvl1pPr>
              <a:defRPr lang="de-DE" sz="3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4B27D11-1CD9-19FD-3A35-75868FE6D2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9998" y="2190181"/>
            <a:ext cx="8424000" cy="663788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de-DE" sz="2400" b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ts val="3000"/>
              </a:lnSpc>
              <a:spcBef>
                <a:spcPct val="0"/>
              </a:spcBef>
            </a:pPr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3713CE-4716-A550-4F54-7739A55A3D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E326E1C-6104-4B1D-A0DF-E3388A3C354E}" type="datetimeFigureOut">
              <a:rPr lang="de-DE" smtClean="0"/>
              <a:pPr/>
              <a:t>10.03.2026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DB38394-6756-0F9B-4B68-F8E62E08EB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4395" t="24411" r="24395" b="24411"/>
          <a:stretch/>
        </p:blipFill>
        <p:spPr>
          <a:xfrm>
            <a:off x="7828763" y="3828585"/>
            <a:ext cx="864000" cy="863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52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for dark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2">
            <a:extLst>
              <a:ext uri="{FF2B5EF4-FFF2-40B4-BE49-F238E27FC236}">
                <a16:creationId xmlns:a16="http://schemas.microsoft.com/office/drawing/2014/main" id="{22FDBB0D-9A76-097F-5478-D8AB3324536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273"/>
            <a:ext cx="9144000" cy="5144541"/>
          </a:xfr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109000"/>
                      </a14:imgEffect>
                    </a14:imgLayer>
                  </a14:imgProps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59999" y="908416"/>
            <a:ext cx="8424000" cy="1057982"/>
          </a:xfrm>
        </p:spPr>
        <p:txBody>
          <a:bodyPr vert="horz" lIns="0" tIns="0" rIns="0" bIns="0" rtlCol="0" anchor="b" anchorCtr="0">
            <a:noAutofit/>
          </a:bodyPr>
          <a:lstStyle>
            <a:lvl1pPr>
              <a:defRPr lang="de-DE" sz="36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59997" y="2190180"/>
            <a:ext cx="8424001" cy="663788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de-DE" sz="2400" b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ts val="3000"/>
              </a:lnSpc>
              <a:spcBef>
                <a:spcPct val="0"/>
              </a:spcBef>
            </a:pPr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473F4857-E0CA-3F2B-147D-10B520AAFE8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28762" y="3828584"/>
            <a:ext cx="864000" cy="864267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8086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for bright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2">
            <a:extLst>
              <a:ext uri="{FF2B5EF4-FFF2-40B4-BE49-F238E27FC236}">
                <a16:creationId xmlns:a16="http://schemas.microsoft.com/office/drawing/2014/main" id="{22FDBB0D-9A76-097F-5478-D8AB3324536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273"/>
            <a:ext cx="9144000" cy="5144541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59999" y="908416"/>
            <a:ext cx="8424000" cy="1057982"/>
          </a:xfrm>
        </p:spPr>
        <p:txBody>
          <a:bodyPr vert="horz" lIns="0" tIns="0" rIns="0" bIns="0" rtlCol="0" anchor="b" anchorCtr="0">
            <a:noAutofit/>
          </a:bodyPr>
          <a:lstStyle>
            <a:lvl1pPr>
              <a:defRPr lang="de-DE" sz="3600" dirty="0">
                <a:solidFill>
                  <a:schemeClr val="accent5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59997" y="2190180"/>
            <a:ext cx="8424001" cy="663788"/>
          </a:xfrm>
        </p:spPr>
        <p:txBody>
          <a:bodyPr vert="horz" lIns="0" tIns="0" rIns="0" bIns="0" rtlCol="0" anchor="t" anchorCtr="0">
            <a:noAutofit/>
          </a:bodyPr>
          <a:lstStyle>
            <a:lvl1pPr>
              <a:defRPr lang="de-DE" sz="2400" b="0" dirty="0">
                <a:solidFill>
                  <a:schemeClr val="accent5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ts val="3000"/>
              </a:lnSpc>
              <a:spcBef>
                <a:spcPct val="0"/>
              </a:spcBef>
            </a:pPr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6CF8F7F5-1D26-B002-9948-6C3932287B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28762" y="3828584"/>
            <a:ext cx="864000" cy="864267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19211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 (blue)">
    <p:bg>
      <p:bgPr>
        <a:solidFill>
          <a:srgbClr val="0026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platzhalter 13"/>
          <p:cNvSpPr>
            <a:spLocks noGrp="1"/>
          </p:cNvSpPr>
          <p:nvPr>
            <p:ph type="body" sz="quarter" idx="12"/>
          </p:nvPr>
        </p:nvSpPr>
        <p:spPr>
          <a:xfrm>
            <a:off x="360002" y="324642"/>
            <a:ext cx="1279615" cy="682523"/>
          </a:xfrm>
        </p:spPr>
        <p:txBody>
          <a:bodyPr wrap="none" lIns="0" tIns="0" rIns="0" bIns="0">
            <a:noAutofit/>
          </a:bodyPr>
          <a:lstStyle>
            <a:lvl1pPr>
              <a:defRPr lang="de-DE" sz="2400" b="1" kern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platzhalter 12"/>
          <p:cNvSpPr>
            <a:spLocks noGrp="1"/>
          </p:cNvSpPr>
          <p:nvPr>
            <p:ph type="body" sz="quarter" idx="13"/>
          </p:nvPr>
        </p:nvSpPr>
        <p:spPr>
          <a:xfrm>
            <a:off x="360001" y="1404858"/>
            <a:ext cx="8424000" cy="1623270"/>
          </a:xfrm>
          <a:noFill/>
        </p:spPr>
        <p:txBody>
          <a:bodyPr wrap="square" lIns="0" tIns="0" rIns="0" bIns="0" rtlCol="0">
            <a:noAutofit/>
          </a:bodyPr>
          <a:lstStyle>
            <a:lvl1pPr>
              <a:defRPr lang="de-DE" sz="3200" b="1" kern="1200" dirty="0">
                <a:solidFill>
                  <a:schemeClr val="bg1"/>
                </a:solidFill>
                <a:latin typeface="+mj-lt"/>
                <a:ea typeface="Tahoma" charset="0"/>
                <a:cs typeface="Tahoma" charset="0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/>
              <a:t>Mastertextformat bearbeiten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C46C04E-B4AE-3757-B779-346B52144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" b="33"/>
          <a:stretch/>
        </p:blipFill>
        <p:spPr>
          <a:xfrm>
            <a:off x="360002" y="4796188"/>
            <a:ext cx="209204" cy="209068"/>
          </a:xfrm>
          <a:prstGeom prst="rect">
            <a:avLst/>
          </a:prstGeom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39BA41-B913-0437-A25B-775D9A03C5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04001" y="4890653"/>
            <a:ext cx="180000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4881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 with Picture (blue)">
    <p:bg>
      <p:bgPr>
        <a:solidFill>
          <a:srgbClr val="0026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platzhalter 13"/>
          <p:cNvSpPr>
            <a:spLocks noGrp="1"/>
          </p:cNvSpPr>
          <p:nvPr>
            <p:ph type="body" sz="quarter" idx="12"/>
          </p:nvPr>
        </p:nvSpPr>
        <p:spPr>
          <a:xfrm>
            <a:off x="360002" y="324642"/>
            <a:ext cx="1279615" cy="682523"/>
          </a:xfrm>
        </p:spPr>
        <p:txBody>
          <a:bodyPr wrap="none" lIns="0" tIns="0" rIns="0" bIns="0">
            <a:noAutofit/>
          </a:bodyPr>
          <a:lstStyle>
            <a:lvl1pPr>
              <a:defRPr lang="de-DE" sz="2400" b="1" kern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platzhalter 12"/>
          <p:cNvSpPr>
            <a:spLocks noGrp="1"/>
          </p:cNvSpPr>
          <p:nvPr>
            <p:ph type="body" sz="quarter" idx="13"/>
          </p:nvPr>
        </p:nvSpPr>
        <p:spPr>
          <a:xfrm>
            <a:off x="360001" y="1404858"/>
            <a:ext cx="4122000" cy="1623270"/>
          </a:xfrm>
          <a:noFill/>
        </p:spPr>
        <p:txBody>
          <a:bodyPr wrap="square" lIns="0" tIns="0" rIns="0" bIns="0" rtlCol="0">
            <a:noAutofit/>
          </a:bodyPr>
          <a:lstStyle>
            <a:lvl1pPr>
              <a:defRPr lang="de-DE" sz="3200" b="1" kern="1200" dirty="0">
                <a:solidFill>
                  <a:schemeClr val="bg1"/>
                </a:solidFill>
                <a:latin typeface="+mj-lt"/>
                <a:ea typeface="Tahoma" charset="0"/>
                <a:cs typeface="Tahoma" charset="0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/>
              <a:t>Mastertextformat bearbeiten</a:t>
            </a:r>
          </a:p>
        </p:txBody>
      </p:sp>
      <p:sp>
        <p:nvSpPr>
          <p:cNvPr id="2" name="Bildplatzhalter 2">
            <a:extLst>
              <a:ext uri="{FF2B5EF4-FFF2-40B4-BE49-F238E27FC236}">
                <a16:creationId xmlns:a16="http://schemas.microsoft.com/office/drawing/2014/main" id="{A4AF9126-6937-A989-7F32-992CCFD90D9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1096" y="0"/>
            <a:ext cx="4482904" cy="5143500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39BA41-B913-0437-A25B-775D9A03C5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04001" y="4890653"/>
            <a:ext cx="180000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 dirty="0">
              <a:solidFill>
                <a:srgbClr val="FFFFFF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DC7C70C-6D75-BA5B-7801-55484AF8419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" b="33"/>
          <a:stretch/>
        </p:blipFill>
        <p:spPr>
          <a:xfrm>
            <a:off x="360002" y="4796188"/>
            <a:ext cx="209204" cy="209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5738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platzhalter 13"/>
          <p:cNvSpPr>
            <a:spLocks noGrp="1"/>
          </p:cNvSpPr>
          <p:nvPr>
            <p:ph type="body" sz="quarter" idx="12"/>
          </p:nvPr>
        </p:nvSpPr>
        <p:spPr>
          <a:xfrm>
            <a:off x="360002" y="324642"/>
            <a:ext cx="1279615" cy="682523"/>
          </a:xfrm>
        </p:spPr>
        <p:txBody>
          <a:bodyPr wrap="none" lIns="0" tIns="0" rIns="0" bIns="0">
            <a:noAutofit/>
          </a:bodyPr>
          <a:lstStyle>
            <a:lvl1pPr>
              <a:defRPr lang="de-DE" sz="2400" b="1" kern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platzhalter 12"/>
          <p:cNvSpPr>
            <a:spLocks noGrp="1"/>
          </p:cNvSpPr>
          <p:nvPr>
            <p:ph type="body" sz="quarter" idx="13"/>
          </p:nvPr>
        </p:nvSpPr>
        <p:spPr>
          <a:xfrm>
            <a:off x="360001" y="1404858"/>
            <a:ext cx="8424000" cy="1623270"/>
          </a:xfrm>
          <a:noFill/>
        </p:spPr>
        <p:txBody>
          <a:bodyPr wrap="square" lIns="0" tIns="0" rIns="0" bIns="0" rtlCol="0">
            <a:noAutofit/>
          </a:bodyPr>
          <a:lstStyle>
            <a:lvl1pPr>
              <a:defRPr lang="de-DE" sz="3200" b="1" kern="1200" dirty="0">
                <a:solidFill>
                  <a:schemeClr val="accent5"/>
                </a:solidFill>
                <a:latin typeface="+mj-lt"/>
                <a:ea typeface="Tahoma" charset="0"/>
                <a:cs typeface="Tahoma" charset="0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/>
              <a:t>Mastertextformat bearbeiten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D9263DE1-C037-39FE-DC94-7BCEAC44F83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04001" y="4871601"/>
            <a:ext cx="180000" cy="108000"/>
          </a:xfrm>
        </p:spPr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B7887E8-7A83-7E04-5B3E-859482CED4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4395" t="24411" r="24395" b="24411"/>
          <a:stretch/>
        </p:blipFill>
        <p:spPr>
          <a:xfrm>
            <a:off x="360003" y="4796189"/>
            <a:ext cx="209204" cy="209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301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slide with Picture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platzhalter 13"/>
          <p:cNvSpPr>
            <a:spLocks noGrp="1"/>
          </p:cNvSpPr>
          <p:nvPr>
            <p:ph type="body" sz="quarter" idx="12"/>
          </p:nvPr>
        </p:nvSpPr>
        <p:spPr>
          <a:xfrm>
            <a:off x="360002" y="324642"/>
            <a:ext cx="1279615" cy="682523"/>
          </a:xfrm>
        </p:spPr>
        <p:txBody>
          <a:bodyPr wrap="none" lIns="0" tIns="0" rIns="0" bIns="0">
            <a:noAutofit/>
          </a:bodyPr>
          <a:lstStyle>
            <a:lvl1pPr>
              <a:defRPr lang="de-DE" sz="2400" b="1" kern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platzhalter 12"/>
          <p:cNvSpPr>
            <a:spLocks noGrp="1"/>
          </p:cNvSpPr>
          <p:nvPr>
            <p:ph type="body" sz="quarter" idx="13"/>
          </p:nvPr>
        </p:nvSpPr>
        <p:spPr>
          <a:xfrm>
            <a:off x="360001" y="1404858"/>
            <a:ext cx="4122000" cy="1623270"/>
          </a:xfrm>
          <a:noFill/>
        </p:spPr>
        <p:txBody>
          <a:bodyPr wrap="square" lIns="0" tIns="0" rIns="0" bIns="0" rtlCol="0">
            <a:noAutofit/>
          </a:bodyPr>
          <a:lstStyle>
            <a:lvl1pPr>
              <a:defRPr lang="de-DE" sz="3200" b="1" kern="1200" dirty="0">
                <a:solidFill>
                  <a:schemeClr val="accent5"/>
                </a:solidFill>
                <a:latin typeface="+mj-lt"/>
                <a:ea typeface="Tahoma" charset="0"/>
                <a:cs typeface="Tahoma" charset="0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/>
              <a:t>Mastertextformat bearbeiten</a:t>
            </a:r>
          </a:p>
        </p:txBody>
      </p:sp>
      <p:sp>
        <p:nvSpPr>
          <p:cNvPr id="2" name="Bildplatzhalter 2">
            <a:extLst>
              <a:ext uri="{FF2B5EF4-FFF2-40B4-BE49-F238E27FC236}">
                <a16:creationId xmlns:a16="http://schemas.microsoft.com/office/drawing/2014/main" id="{043B0EE3-F67E-B2CB-E7F0-9B5841AFA6D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1096" y="0"/>
            <a:ext cx="4482904" cy="51435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D9263DE1-C037-39FE-DC94-7BCEAC44F83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04001" y="4871601"/>
            <a:ext cx="180000" cy="108000"/>
          </a:xfrm>
        </p:spPr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3643AFB-05B7-7AEC-BD7F-D8F9A67AF9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4395" t="24411" r="24395" b="24411"/>
          <a:stretch/>
        </p:blipFill>
        <p:spPr>
          <a:xfrm>
            <a:off x="360003" y="4796189"/>
            <a:ext cx="209204" cy="209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5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48235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FF4FF9-089E-B64F-31F5-B32916481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B1E25E-CC58-36FC-D066-614E813AA4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5" y="972000"/>
            <a:ext cx="4122737" cy="378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6189EB9-5D0A-643A-9E37-67B6A10F44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61096" y="972000"/>
            <a:ext cx="4122000" cy="378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31F90B3-341F-6366-0B38-F7E0F7B8A23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E326E1C-6104-4B1D-A0DF-E3388A3C354E}" type="datetimeFigureOut">
              <a:rPr lang="de-DE" smtClean="0"/>
              <a:pPr/>
              <a:t>10.03.2026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229ABA9-53BD-FEB3-7879-870B77FB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E99631-F2A8-59D7-D1F8-6147F1E0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B6847-08BA-46A7-9F57-5D815BE626A9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54343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 vert="horz" lIns="0" tIns="0" rIns="0" bIns="0" rtlCol="0" anchor="ctr"/>
          <a:lstStyle>
            <a:lvl1pPr>
              <a:defRPr lang="de-DE"/>
            </a:lvl1pPr>
          </a:lstStyle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 vert="horz" lIns="0" tIns="0" rIns="0" bIns="0" rtlCol="0" anchor="ctr"/>
          <a:lstStyle>
            <a:lvl1pPr>
              <a:defRPr lang="de-DE" smtClean="0"/>
            </a:lvl1pPr>
          </a:lstStyle>
          <a:p>
            <a:fld id="{D985BC7C-F6A2-4FED-9217-735A5E10A319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Inhaltsplatzhalter 1"/>
          <p:cNvSpPr>
            <a:spLocks noGrp="1"/>
          </p:cNvSpPr>
          <p:nvPr>
            <p:ph idx="1"/>
          </p:nvPr>
        </p:nvSpPr>
        <p:spPr bwMode="gray">
          <a:xfrm>
            <a:off x="360001" y="972000"/>
            <a:ext cx="2700000" cy="378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Inhaltsplatzhalter 2"/>
          <p:cNvSpPr>
            <a:spLocks noGrp="1"/>
          </p:cNvSpPr>
          <p:nvPr>
            <p:ph idx="13"/>
          </p:nvPr>
        </p:nvSpPr>
        <p:spPr bwMode="gray">
          <a:xfrm>
            <a:off x="3222002" y="972000"/>
            <a:ext cx="2700000" cy="378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sz="quarter" idx="14"/>
          </p:nvPr>
        </p:nvSpPr>
        <p:spPr>
          <a:xfrm>
            <a:off x="6084002" y="972000"/>
            <a:ext cx="2700000" cy="378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9622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 vert="horz" lIns="0" tIns="0" rIns="0" bIns="0" rtlCol="0" anchor="ctr"/>
          <a:lstStyle>
            <a:lvl1pPr>
              <a:defRPr lang="de-DE"/>
            </a:lvl1pPr>
          </a:lstStyle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 vert="horz" lIns="0" tIns="0" rIns="0" bIns="0" rtlCol="0" anchor="ctr"/>
          <a:lstStyle>
            <a:lvl1pPr>
              <a:defRPr lang="de-DE" smtClean="0"/>
            </a:lvl1pPr>
          </a:lstStyle>
          <a:p>
            <a:fld id="{D985BC7C-F6A2-4FED-9217-735A5E10A319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Inhaltsplatzhalter 1"/>
          <p:cNvSpPr>
            <a:spLocks noGrp="1"/>
          </p:cNvSpPr>
          <p:nvPr>
            <p:ph idx="1"/>
          </p:nvPr>
        </p:nvSpPr>
        <p:spPr bwMode="gray">
          <a:xfrm>
            <a:off x="360003" y="972000"/>
            <a:ext cx="4122737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Inhaltsplatzhalter 2"/>
          <p:cNvSpPr>
            <a:spLocks noGrp="1"/>
          </p:cNvSpPr>
          <p:nvPr>
            <p:ph idx="13"/>
          </p:nvPr>
        </p:nvSpPr>
        <p:spPr bwMode="gray">
          <a:xfrm>
            <a:off x="4660362" y="972000"/>
            <a:ext cx="4122737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sz="quarter" idx="14"/>
          </p:nvPr>
        </p:nvSpPr>
        <p:spPr>
          <a:xfrm>
            <a:off x="360003" y="2952000"/>
            <a:ext cx="4122737" cy="18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Inhaltsplatzhalter 4"/>
          <p:cNvSpPr>
            <a:spLocks noGrp="1"/>
          </p:cNvSpPr>
          <p:nvPr>
            <p:ph sz="quarter" idx="15"/>
          </p:nvPr>
        </p:nvSpPr>
        <p:spPr>
          <a:xfrm>
            <a:off x="4660362" y="2952000"/>
            <a:ext cx="4122737" cy="18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417554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 vert="horz" lIns="0" tIns="0" rIns="0" bIns="0" rtlCol="0" anchor="ctr"/>
          <a:lstStyle>
            <a:lvl1pPr>
              <a:defRPr lang="de-DE"/>
            </a:lvl1pPr>
          </a:lstStyle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 vert="horz" lIns="0" tIns="0" rIns="0" bIns="0" rtlCol="0" anchor="ctr"/>
          <a:lstStyle>
            <a:lvl1pPr>
              <a:defRPr lang="de-DE" smtClean="0"/>
            </a:lvl1pPr>
          </a:lstStyle>
          <a:p>
            <a:fld id="{D985BC7C-F6A2-4FED-9217-735A5E10A319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Inhaltsplatzhalter 1"/>
          <p:cNvSpPr>
            <a:spLocks noGrp="1"/>
          </p:cNvSpPr>
          <p:nvPr>
            <p:ph idx="1"/>
          </p:nvPr>
        </p:nvSpPr>
        <p:spPr bwMode="gray">
          <a:xfrm>
            <a:off x="360001" y="972000"/>
            <a:ext cx="2700000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Inhaltsplatzhalter 2"/>
          <p:cNvSpPr>
            <a:spLocks noGrp="1"/>
          </p:cNvSpPr>
          <p:nvPr>
            <p:ph idx="13"/>
          </p:nvPr>
        </p:nvSpPr>
        <p:spPr bwMode="gray">
          <a:xfrm>
            <a:off x="3222002" y="972000"/>
            <a:ext cx="2700000" cy="180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sz="quarter" idx="14"/>
          </p:nvPr>
        </p:nvSpPr>
        <p:spPr>
          <a:xfrm>
            <a:off x="6084002" y="972000"/>
            <a:ext cx="2700000" cy="18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Inhaltsplatzhalter 4"/>
          <p:cNvSpPr>
            <a:spLocks noGrp="1"/>
          </p:cNvSpPr>
          <p:nvPr>
            <p:ph sz="quarter" idx="15"/>
          </p:nvPr>
        </p:nvSpPr>
        <p:spPr>
          <a:xfrm>
            <a:off x="360001" y="2951775"/>
            <a:ext cx="2700000" cy="18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Inhaltsplatzhalter 5"/>
          <p:cNvSpPr>
            <a:spLocks noGrp="1"/>
          </p:cNvSpPr>
          <p:nvPr>
            <p:ph sz="quarter" idx="16"/>
          </p:nvPr>
        </p:nvSpPr>
        <p:spPr>
          <a:xfrm>
            <a:off x="3222002" y="2951775"/>
            <a:ext cx="2700000" cy="18002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6"/>
          <p:cNvSpPr>
            <a:spLocks noGrp="1"/>
          </p:cNvSpPr>
          <p:nvPr>
            <p:ph sz="quarter" idx="17"/>
          </p:nvPr>
        </p:nvSpPr>
        <p:spPr>
          <a:xfrm>
            <a:off x="6084002" y="2951775"/>
            <a:ext cx="2700000" cy="18002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660095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/>
        </p:nvSpPr>
        <p:spPr>
          <a:xfrm>
            <a:off x="340818" y="4707947"/>
            <a:ext cx="4610366" cy="36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991" tIns="89991" rIns="89991" bIns="899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lnSpc>
                <a:spcPts val="1699"/>
              </a:lnSpc>
              <a:spcBef>
                <a:spcPts val="840"/>
              </a:spcBef>
              <a:spcAft>
                <a:spcPct val="0"/>
              </a:spcAft>
            </a:pPr>
            <a:endParaRPr lang="de-DE" sz="1200" dirty="0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2" y="143999"/>
            <a:ext cx="4122000" cy="79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>
          <a:xfrm>
            <a:off x="929391" y="4871601"/>
            <a:ext cx="3564000" cy="108000"/>
          </a:xfrm>
        </p:spPr>
        <p:txBody>
          <a:bodyPr vert="horz" lIns="0" tIns="0" rIns="0" bIns="0" rtlCol="0" anchor="ctr"/>
          <a:lstStyle>
            <a:lvl1pPr>
              <a:defRPr lang="de-DE"/>
            </a:lvl1pPr>
          </a:lstStyle>
          <a:p>
            <a:endParaRPr lang="de-DE" dirty="0"/>
          </a:p>
        </p:txBody>
      </p:sp>
      <p:sp>
        <p:nvSpPr>
          <p:cNvPr id="6" name="Inhaltsplatzhalter 2"/>
          <p:cNvSpPr>
            <a:spLocks noGrp="1"/>
          </p:cNvSpPr>
          <p:nvPr>
            <p:ph idx="1"/>
          </p:nvPr>
        </p:nvSpPr>
        <p:spPr bwMode="gray">
          <a:xfrm>
            <a:off x="360003" y="972000"/>
            <a:ext cx="4122737" cy="378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Bildplatzhalter 2"/>
          <p:cNvSpPr>
            <a:spLocks noGrp="1"/>
          </p:cNvSpPr>
          <p:nvPr>
            <p:ph type="pic" sz="quarter" idx="12"/>
          </p:nvPr>
        </p:nvSpPr>
        <p:spPr>
          <a:xfrm>
            <a:off x="4661096" y="0"/>
            <a:ext cx="4482904" cy="51435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4862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/>
          <p:nvPr/>
        </p:nvSpPr>
        <p:spPr>
          <a:xfrm>
            <a:off x="340818" y="4707947"/>
            <a:ext cx="4610366" cy="36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991" tIns="89991" rIns="89991" bIns="899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lnSpc>
                <a:spcPts val="1699"/>
              </a:lnSpc>
              <a:spcBef>
                <a:spcPts val="840"/>
              </a:spcBef>
              <a:spcAft>
                <a:spcPct val="0"/>
              </a:spcAft>
            </a:pPr>
            <a:endParaRPr lang="de-DE" sz="1200" dirty="0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2" y="143999"/>
            <a:ext cx="4122000" cy="79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>
          <a:xfrm>
            <a:off x="929391" y="4871601"/>
            <a:ext cx="3563234" cy="108000"/>
          </a:xfrm>
        </p:spPr>
        <p:txBody>
          <a:bodyPr vert="horz" lIns="0" tIns="0" rIns="0" bIns="0" rtlCol="0" anchor="ctr"/>
          <a:lstStyle>
            <a:lvl1pPr>
              <a:defRPr lang="de-DE"/>
            </a:lvl1pPr>
          </a:lstStyle>
          <a:p>
            <a:endParaRPr lang="de-DE" dirty="0"/>
          </a:p>
        </p:txBody>
      </p:sp>
      <p:sp>
        <p:nvSpPr>
          <p:cNvPr id="5" name="Inhaltsplatzhalter 2"/>
          <p:cNvSpPr>
            <a:spLocks noGrp="1"/>
          </p:cNvSpPr>
          <p:nvPr>
            <p:ph idx="1"/>
          </p:nvPr>
        </p:nvSpPr>
        <p:spPr bwMode="gray">
          <a:xfrm>
            <a:off x="360003" y="972000"/>
            <a:ext cx="4122737" cy="378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Bildplatzhalter 1"/>
          <p:cNvSpPr>
            <a:spLocks noGrp="1"/>
          </p:cNvSpPr>
          <p:nvPr>
            <p:ph type="pic" sz="quarter" idx="12"/>
          </p:nvPr>
        </p:nvSpPr>
        <p:spPr>
          <a:xfrm>
            <a:off x="4661096" y="2"/>
            <a:ext cx="4482904" cy="2574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13"/>
          </p:nvPr>
        </p:nvSpPr>
        <p:spPr>
          <a:xfrm>
            <a:off x="4661096" y="2574002"/>
            <a:ext cx="4482904" cy="2574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03035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ntent and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 vert="horz" lIns="0" tIns="0" rIns="0" bIns="0" rtlCol="0" anchor="ctr"/>
          <a:lstStyle>
            <a:lvl1pPr>
              <a:defRPr lang="de-DE"/>
            </a:lvl1pPr>
          </a:lstStyle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 vert="horz" lIns="0" tIns="0" rIns="0" bIns="0" rtlCol="0" anchor="ctr"/>
          <a:lstStyle>
            <a:lvl1pPr>
              <a:defRPr lang="de-DE" smtClean="0"/>
            </a:lvl1pPr>
          </a:lstStyle>
          <a:p>
            <a:fld id="{D985BC7C-F6A2-4FED-9217-735A5E10A319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Textplatzhalter 1"/>
          <p:cNvSpPr>
            <a:spLocks noGrp="1"/>
          </p:cNvSpPr>
          <p:nvPr>
            <p:ph type="body" sz="quarter" idx="12"/>
          </p:nvPr>
        </p:nvSpPr>
        <p:spPr>
          <a:xfrm>
            <a:off x="360001" y="971999"/>
            <a:ext cx="2700000" cy="360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 2"/>
          <p:cNvSpPr>
            <a:spLocks noGrp="1"/>
          </p:cNvSpPr>
          <p:nvPr>
            <p:ph type="body" sz="quarter" idx="13"/>
          </p:nvPr>
        </p:nvSpPr>
        <p:spPr>
          <a:xfrm>
            <a:off x="3222002" y="971999"/>
            <a:ext cx="2700000" cy="360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14"/>
          </p:nvPr>
        </p:nvSpPr>
        <p:spPr>
          <a:xfrm>
            <a:off x="6084002" y="971999"/>
            <a:ext cx="2700000" cy="3600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400" b="1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Bildplatzhalter 1"/>
          <p:cNvSpPr>
            <a:spLocks noGrp="1"/>
          </p:cNvSpPr>
          <p:nvPr>
            <p:ph type="pic" sz="quarter" idx="15"/>
          </p:nvPr>
        </p:nvSpPr>
        <p:spPr>
          <a:xfrm>
            <a:off x="360001" y="1511998"/>
            <a:ext cx="2700000" cy="1800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6"/>
          </p:nvPr>
        </p:nvSpPr>
        <p:spPr>
          <a:xfrm>
            <a:off x="3222002" y="1511998"/>
            <a:ext cx="2700000" cy="1800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3"/>
          <p:cNvSpPr>
            <a:spLocks noGrp="1"/>
          </p:cNvSpPr>
          <p:nvPr>
            <p:ph type="pic" sz="quarter" idx="17"/>
          </p:nvPr>
        </p:nvSpPr>
        <p:spPr>
          <a:xfrm>
            <a:off x="6084002" y="1511998"/>
            <a:ext cx="2700000" cy="1800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Inhaltsplatzhalter 1"/>
          <p:cNvSpPr>
            <a:spLocks noGrp="1"/>
          </p:cNvSpPr>
          <p:nvPr>
            <p:ph sz="quarter" idx="18"/>
          </p:nvPr>
        </p:nvSpPr>
        <p:spPr>
          <a:xfrm>
            <a:off x="360001" y="3491998"/>
            <a:ext cx="2700000" cy="126000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2"/>
          <p:cNvSpPr>
            <a:spLocks noGrp="1"/>
          </p:cNvSpPr>
          <p:nvPr>
            <p:ph sz="quarter" idx="19"/>
          </p:nvPr>
        </p:nvSpPr>
        <p:spPr>
          <a:xfrm>
            <a:off x="3222002" y="3491998"/>
            <a:ext cx="2700000" cy="126000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3"/>
          <p:cNvSpPr>
            <a:spLocks noGrp="1"/>
          </p:cNvSpPr>
          <p:nvPr>
            <p:ph sz="quarter" idx="20"/>
          </p:nvPr>
        </p:nvSpPr>
        <p:spPr>
          <a:xfrm>
            <a:off x="6084002" y="3491998"/>
            <a:ext cx="2700000" cy="126000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28521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/>
        <p:txBody>
          <a:bodyPr vert="horz" lIns="0" tIns="0" rIns="0" bIns="0" rtlCol="0" anchor="ctr"/>
          <a:lstStyle>
            <a:lvl1pPr>
              <a:defRPr lang="de-DE"/>
            </a:lvl1pPr>
          </a:lstStyle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 vert="horz" lIns="0" tIns="0" rIns="0" bIns="0" rtlCol="0" anchor="ctr"/>
          <a:lstStyle>
            <a:lvl1pPr>
              <a:defRPr lang="de-DE" smtClean="0"/>
            </a:lvl1pPr>
          </a:lstStyle>
          <a:p>
            <a:fld id="{D985BC7C-F6A2-4FED-9217-735A5E10A319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12"/>
          </p:nvPr>
        </p:nvSpPr>
        <p:spPr>
          <a:xfrm>
            <a:off x="360002" y="972000"/>
            <a:ext cx="8424000" cy="3780000"/>
          </a:xfrm>
          <a:solidFill>
            <a:schemeClr val="bg2"/>
          </a:solidFill>
        </p:spPr>
        <p:txBody>
          <a:bodyPr vert="horz" lIns="0" tIns="0" rIns="0" bIns="0" rtlCol="0">
            <a:noAutofit/>
          </a:bodyPr>
          <a:lstStyle>
            <a:lvl1pPr>
              <a:defRPr lang="de-DE"/>
            </a:lvl1pPr>
          </a:lstStyle>
          <a:p>
            <a:pPr lvl="0"/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045328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843093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927813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4"/>
            <a:ext cx="8424001" cy="79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972000"/>
            <a:ext cx="4122000" cy="378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  <p:sp>
        <p:nvSpPr>
          <p:cNvPr id="8" name="Bildplatzhalter 2">
            <a:extLst>
              <a:ext uri="{FF2B5EF4-FFF2-40B4-BE49-F238E27FC236}">
                <a16:creationId xmlns:a16="http://schemas.microsoft.com/office/drawing/2014/main" id="{68002865-4DF0-4DF0-9A0B-10DDC8EA3C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5" y="972000"/>
            <a:ext cx="4122737" cy="3780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500132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two Pictures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4"/>
            <a:ext cx="8424001" cy="79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972000"/>
            <a:ext cx="4122000" cy="378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4" y="972000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60004" y="2952000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218758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4"/>
            <a:ext cx="8424001" cy="79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60003" y="2952000"/>
            <a:ext cx="4122737" cy="18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972000"/>
            <a:ext cx="4122000" cy="378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  <p:sp>
        <p:nvSpPr>
          <p:cNvPr id="8" name="Bildplatzhalter 1">
            <a:extLst>
              <a:ext uri="{FF2B5EF4-FFF2-40B4-BE49-F238E27FC236}">
                <a16:creationId xmlns:a16="http://schemas.microsoft.com/office/drawing/2014/main" id="{4244940D-BCF9-4854-A262-67E8EFBBB0C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4" y="972000"/>
            <a:ext cx="4122737" cy="1800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688563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two Pictures I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4"/>
            <a:ext cx="8424001" cy="79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972000"/>
            <a:ext cx="4122000" cy="378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972000"/>
            <a:ext cx="1980000" cy="3780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972000"/>
            <a:ext cx="1980000" cy="3780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46575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four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4"/>
            <a:ext cx="8424001" cy="79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972000"/>
            <a:ext cx="4122000" cy="378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972000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972000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4" name="Bildplatzhalter 3">
            <a:extLst>
              <a:ext uri="{FF2B5EF4-FFF2-40B4-BE49-F238E27FC236}">
                <a16:creationId xmlns:a16="http://schemas.microsoft.com/office/drawing/2014/main" id="{76A22173-963E-47DA-BA5E-830D62C65C4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0004" y="2952556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5" name="Bildplatzhalter 4">
            <a:extLst>
              <a:ext uri="{FF2B5EF4-FFF2-40B4-BE49-F238E27FC236}">
                <a16:creationId xmlns:a16="http://schemas.microsoft.com/office/drawing/2014/main" id="{B6940BFB-5824-458B-B1F2-E9406433E6B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02741" y="2952556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116605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4"/>
            <a:ext cx="8424001" cy="79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A8E6E9FE-CE6E-4809-89BC-5C2FBA8FD11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0004" y="2952000"/>
            <a:ext cx="4122737" cy="18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idx="13"/>
          </p:nvPr>
        </p:nvSpPr>
        <p:spPr>
          <a:xfrm>
            <a:off x="4661096" y="972000"/>
            <a:ext cx="4122000" cy="378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  <p:sp>
        <p:nvSpPr>
          <p:cNvPr id="9" name="Bildplatzhalter 1">
            <a:extLst>
              <a:ext uri="{FF2B5EF4-FFF2-40B4-BE49-F238E27FC236}">
                <a16:creationId xmlns:a16="http://schemas.microsoft.com/office/drawing/2014/main" id="{3D9FB89A-7413-4EB9-968E-FD2E7383E9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3" y="972000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719FEAE7-3FB4-4550-84CA-2F14276DF78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02741" y="972000"/>
            <a:ext cx="1980000" cy="1799444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584450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I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60002" y="972000"/>
            <a:ext cx="2674746" cy="378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  <p:sp>
        <p:nvSpPr>
          <p:cNvPr id="4" name="Bildplatzhalter 2">
            <a:extLst>
              <a:ext uri="{FF2B5EF4-FFF2-40B4-BE49-F238E27FC236}">
                <a16:creationId xmlns:a16="http://schemas.microsoft.com/office/drawing/2014/main" id="{E45A8B0F-33B4-90CA-586B-BA540BF562C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6660" y="972000"/>
            <a:ext cx="5517341" cy="37800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659346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4"/>
            <a:ext cx="8424001" cy="79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Inhaltsplatzhalter 3"/>
          <p:cNvSpPr>
            <a:spLocks noGrp="1"/>
          </p:cNvSpPr>
          <p:nvPr>
            <p:ph idx="13" hasCustomPrompt="1"/>
          </p:nvPr>
        </p:nvSpPr>
        <p:spPr>
          <a:xfrm>
            <a:off x="360002" y="4032000"/>
            <a:ext cx="8424000" cy="720000"/>
          </a:xfrm>
        </p:spPr>
        <p:txBody>
          <a:bodyPr/>
          <a:lstStyle>
            <a:lvl2pPr marL="0" indent="0">
              <a:buNone/>
              <a:defRPr/>
            </a:lvl2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  <p:sp>
        <p:nvSpPr>
          <p:cNvPr id="8" name="Bildplatzhalter 2">
            <a:extLst>
              <a:ext uri="{FF2B5EF4-FFF2-40B4-BE49-F238E27FC236}">
                <a16:creationId xmlns:a16="http://schemas.microsoft.com/office/drawing/2014/main" id="{68002865-4DF0-4DF0-9A0B-10DDC8EA3C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002" y="972000"/>
            <a:ext cx="8424000" cy="2879111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143574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gaz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/>
          <p:nvPr/>
        </p:nvSpPr>
        <p:spPr>
          <a:xfrm>
            <a:off x="340818" y="4707947"/>
            <a:ext cx="4610366" cy="36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9991" tIns="89991" rIns="89991" bIns="899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fontAlgn="base">
              <a:lnSpc>
                <a:spcPts val="1699"/>
              </a:lnSpc>
              <a:spcBef>
                <a:spcPts val="840"/>
              </a:spcBef>
              <a:spcAft>
                <a:spcPct val="0"/>
              </a:spcAft>
            </a:pPr>
            <a:endParaRPr lang="de-DE" sz="1200" dirty="0">
              <a:solidFill>
                <a:srgbClr val="000000"/>
              </a:solidFill>
              <a:cs typeface="Tahoma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2" y="143999"/>
            <a:ext cx="3060000" cy="79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0"/>
          </p:nvPr>
        </p:nvSpPr>
        <p:spPr>
          <a:xfrm>
            <a:off x="929391" y="4871601"/>
            <a:ext cx="2484000" cy="108000"/>
          </a:xfrm>
        </p:spPr>
        <p:txBody>
          <a:bodyPr vert="horz" lIns="0" tIns="0" rIns="0" bIns="0" rtlCol="0" anchor="ctr"/>
          <a:lstStyle>
            <a:lvl1pPr>
              <a:defRPr lang="de-DE"/>
            </a:lvl1pPr>
          </a:lstStyle>
          <a:p>
            <a:endParaRPr lang="de-DE" dirty="0"/>
          </a:p>
        </p:txBody>
      </p:sp>
      <p:sp>
        <p:nvSpPr>
          <p:cNvPr id="6" name="Inhaltsplatzhalter 2"/>
          <p:cNvSpPr>
            <a:spLocks noGrp="1"/>
          </p:cNvSpPr>
          <p:nvPr>
            <p:ph idx="1"/>
          </p:nvPr>
        </p:nvSpPr>
        <p:spPr bwMode="gray">
          <a:xfrm>
            <a:off x="360003" y="972000"/>
            <a:ext cx="3060000" cy="378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Bildplatzhalter 2"/>
          <p:cNvSpPr>
            <a:spLocks noGrp="1"/>
          </p:cNvSpPr>
          <p:nvPr>
            <p:ph type="pic" sz="quarter" idx="12"/>
          </p:nvPr>
        </p:nvSpPr>
        <p:spPr>
          <a:xfrm>
            <a:off x="3564000" y="0"/>
            <a:ext cx="5580000" cy="51435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lnSpc>
                <a:spcPts val="800"/>
              </a:lnSpc>
            </a:pPr>
            <a:fld id="{D985BC7C-F6A2-4FED-9217-735A5E10A319}" type="slidenum">
              <a:rPr lang="de-DE" smtClean="0">
                <a:solidFill>
                  <a:srgbClr val="FFFFFF"/>
                </a:solidFill>
              </a:rPr>
              <a:pPr>
                <a:lnSpc>
                  <a:spcPts val="800"/>
                </a:lnSpc>
              </a:pPr>
              <a:t>‹#›</a:t>
            </a:fld>
            <a:endParaRPr lang="de-DE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79126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gazine (blue)">
    <p:bg>
      <p:bgPr>
        <a:solidFill>
          <a:srgbClr val="0026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2">
            <a:extLst>
              <a:ext uri="{FF2B5EF4-FFF2-40B4-BE49-F238E27FC236}">
                <a16:creationId xmlns:a16="http://schemas.microsoft.com/office/drawing/2014/main" id="{186F5D01-180D-E760-A47A-88A7ECBE19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64000" y="0"/>
            <a:ext cx="5580000" cy="5143500"/>
          </a:xfrm>
          <a:solidFill>
            <a:schemeClr val="bg2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0364" y="143955"/>
            <a:ext cx="3060000" cy="79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60002" y="972000"/>
            <a:ext cx="3060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929391" y="4871601"/>
            <a:ext cx="2484000" cy="10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feld 14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 dirty="0">
              <a:solidFill>
                <a:schemeClr val="bg1"/>
              </a:solidFill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E553B8C-1A4B-36BA-3482-8CAB42A7FF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" b="33"/>
          <a:stretch/>
        </p:blipFill>
        <p:spPr>
          <a:xfrm>
            <a:off x="360002" y="4796188"/>
            <a:ext cx="209204" cy="209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4420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‹#›</a:t>
            </a:fld>
            <a:endParaRPr lang="de-DE" dirty="0"/>
          </a:p>
        </p:txBody>
      </p:sp>
      <p:sp>
        <p:nvSpPr>
          <p:cNvPr id="2" name="Textplatzhalter 13">
            <a:extLst>
              <a:ext uri="{FF2B5EF4-FFF2-40B4-BE49-F238E27FC236}">
                <a16:creationId xmlns:a16="http://schemas.microsoft.com/office/drawing/2014/main" id="{FD43FEB3-666E-7E1F-5B2C-65CFA8FF88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001" y="3867424"/>
            <a:ext cx="4104051" cy="864000"/>
          </a:xfrm>
        </p:spPr>
        <p:txBody>
          <a:bodyPr wrap="none" lIns="0" tIns="0" rIns="0" bIns="0" anchor="ctr" anchorCtr="0">
            <a:noAutofit/>
          </a:bodyPr>
          <a:lstStyle>
            <a:lvl1pPr>
              <a:defRPr lang="de-DE" sz="1400" b="0" kern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Name, Position</a:t>
            </a:r>
          </a:p>
        </p:txBody>
      </p:sp>
      <p:sp>
        <p:nvSpPr>
          <p:cNvPr id="5" name="Textplatzhalter 12">
            <a:extLst>
              <a:ext uri="{FF2B5EF4-FFF2-40B4-BE49-F238E27FC236}">
                <a16:creationId xmlns:a16="http://schemas.microsoft.com/office/drawing/2014/main" id="{C2AD7D0A-49BD-8878-4C0C-B38FBB72CB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75" y="987425"/>
            <a:ext cx="7200000" cy="2700000"/>
          </a:xfrm>
          <a:noFill/>
        </p:spPr>
        <p:txBody>
          <a:bodyPr wrap="square" lIns="0" tIns="0" rIns="0" bIns="0" rtlCol="0">
            <a:noAutofit/>
          </a:bodyPr>
          <a:lstStyle>
            <a:lvl1pPr>
              <a:defRPr lang="de-DE" sz="4000" b="1" kern="1200" dirty="0">
                <a:solidFill>
                  <a:schemeClr val="accent5"/>
                </a:solidFill>
                <a:latin typeface="+mj-lt"/>
                <a:ea typeface="Tahoma" charset="0"/>
                <a:cs typeface="Tahoma" charset="0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„Insert a </a:t>
            </a:r>
            <a:r>
              <a:rPr lang="de-DE" dirty="0" err="1"/>
              <a:t>quote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nice </a:t>
            </a:r>
            <a:r>
              <a:rPr lang="de-DE" dirty="0" err="1"/>
              <a:t>place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go</a:t>
            </a:r>
            <a:r>
              <a:rPr lang="de-DE" dirty="0"/>
              <a:t>!“</a:t>
            </a:r>
          </a:p>
        </p:txBody>
      </p:sp>
    </p:spTree>
    <p:extLst>
      <p:ext uri="{BB962C8B-B14F-4D97-AF65-F5344CB8AC3E}">
        <p14:creationId xmlns:p14="http://schemas.microsoft.com/office/powerpoint/2010/main" val="8482201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(blue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4" name="Textfeld 13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 dirty="0">
              <a:solidFill>
                <a:schemeClr val="bg1"/>
              </a:solidFill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073FC9BD-7338-0E63-59CA-40B27CEA74EE}"/>
              </a:ext>
            </a:extLst>
          </p:cNvPr>
          <p:cNvGrpSpPr/>
          <p:nvPr userDrawn="1"/>
        </p:nvGrpSpPr>
        <p:grpSpPr>
          <a:xfrm>
            <a:off x="360002" y="4796188"/>
            <a:ext cx="8147030" cy="209068"/>
            <a:chOff x="360002" y="4796188"/>
            <a:chExt cx="8147030" cy="209068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64F8E7A1-BCD3-532D-DAAF-16C84BE887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" b="33"/>
            <a:stretch/>
          </p:blipFill>
          <p:spPr>
            <a:xfrm>
              <a:off x="360002" y="4796188"/>
              <a:ext cx="209204" cy="209068"/>
            </a:xfrm>
            <a:prstGeom prst="rect">
              <a:avLst/>
            </a:prstGeom>
          </p:spPr>
        </p:pic>
        <p:sp>
          <p:nvSpPr>
            <p:cNvPr id="6" name="Text Box 10">
              <a:extLst>
                <a:ext uri="{FF2B5EF4-FFF2-40B4-BE49-F238E27FC236}">
                  <a16:creationId xmlns:a16="http://schemas.microsoft.com/office/drawing/2014/main" id="{6F36FB3F-0833-0E50-B73A-B1AC72FCF693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71601"/>
              <a:ext cx="900000" cy="108000"/>
            </a:xfrm>
            <a:prstGeom prst="rect">
              <a:avLst/>
            </a:prstGeom>
          </p:spPr>
          <p:txBody>
            <a:bodyPr vert="horz" lIns="0" tIns="0" rIns="0" bIns="0" rtlCol="0" anchor="ctr"/>
            <a:lstStyle>
              <a:defPPr>
                <a:defRPr lang="de-DE"/>
              </a:defPPr>
              <a:lvl1pPr>
                <a:defRPr sz="600"/>
              </a:lvl1pPr>
            </a:lstStyle>
            <a:p>
              <a:pPr lvl="0" algn="r"/>
              <a:r>
                <a:rPr lang="de-DE" dirty="0">
                  <a:solidFill>
                    <a:schemeClr val="bg1"/>
                  </a:solidFill>
                </a:rPr>
                <a:t>© ZF Friedrichshafen AG</a:t>
              </a:r>
            </a:p>
          </p:txBody>
        </p:sp>
      </p:grpSp>
      <p:sp>
        <p:nvSpPr>
          <p:cNvPr id="7" name="Textplatzhalter 13">
            <a:extLst>
              <a:ext uri="{FF2B5EF4-FFF2-40B4-BE49-F238E27FC236}">
                <a16:creationId xmlns:a16="http://schemas.microsoft.com/office/drawing/2014/main" id="{A4BD2A3A-FD6A-F860-D5AB-D4BB89A3B2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001" y="3867424"/>
            <a:ext cx="4104051" cy="864000"/>
          </a:xfrm>
        </p:spPr>
        <p:txBody>
          <a:bodyPr wrap="none" lIns="0" tIns="0" rIns="0" bIns="0" anchor="ctr" anchorCtr="0">
            <a:noAutofit/>
          </a:bodyPr>
          <a:lstStyle>
            <a:lvl1pPr>
              <a:defRPr lang="de-DE" sz="1400" b="0" kern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Name , Position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FC1D538F-E186-22F5-0077-8D8F147541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75" y="987425"/>
            <a:ext cx="7200000" cy="2700000"/>
          </a:xfrm>
          <a:noFill/>
        </p:spPr>
        <p:txBody>
          <a:bodyPr wrap="square" lIns="0" tIns="0" rIns="0" bIns="0" rtlCol="0">
            <a:noAutofit/>
          </a:bodyPr>
          <a:lstStyle>
            <a:lvl1pPr>
              <a:defRPr lang="de-DE" sz="4000" b="1" kern="1200" dirty="0">
                <a:solidFill>
                  <a:schemeClr val="bg1"/>
                </a:solidFill>
                <a:latin typeface="+mj-lt"/>
                <a:ea typeface="Tahoma" charset="0"/>
                <a:cs typeface="Tahoma" charset="0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dirty="0"/>
              <a:t>„Insert a quote here. Lorem ipsum is a nice place to go!”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7965860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(bright Picture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E2C458AD-83CE-32B0-933B-3D74A895478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9144000" cy="5143500"/>
          </a:xfrm>
          <a:blipFill>
            <a:blip r:embed="rId3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de-DE" dirty="0"/>
              <a:t>Insert picture by clicking on the symbol (in the middle, you might need to move the quote text first to get there)…</a:t>
            </a:r>
          </a:p>
        </p:txBody>
      </p:sp>
      <p:sp>
        <p:nvSpPr>
          <p:cNvPr id="14" name="Textfeld 13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 dirty="0">
              <a:solidFill>
                <a:schemeClr val="bg1"/>
              </a:solidFill>
            </a:endParaRPr>
          </a:p>
        </p:txBody>
      </p:sp>
      <p:sp>
        <p:nvSpPr>
          <p:cNvPr id="7" name="Textplatzhalter 13">
            <a:extLst>
              <a:ext uri="{FF2B5EF4-FFF2-40B4-BE49-F238E27FC236}">
                <a16:creationId xmlns:a16="http://schemas.microsoft.com/office/drawing/2014/main" id="{A4BD2A3A-FD6A-F860-D5AB-D4BB89A3B2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001" y="3867424"/>
            <a:ext cx="4104051" cy="864000"/>
          </a:xfrm>
        </p:spPr>
        <p:txBody>
          <a:bodyPr wrap="none" lIns="0" tIns="0" rIns="0" bIns="0" anchor="ctr" anchorCtr="0">
            <a:noAutofit/>
          </a:bodyPr>
          <a:lstStyle>
            <a:lvl1pPr>
              <a:defRPr lang="de-DE" sz="1400" b="0" kern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Name , Position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FC1D538F-E186-22F5-0077-8D8F147541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75" y="987425"/>
            <a:ext cx="7200000" cy="2700000"/>
          </a:xfrm>
          <a:noFill/>
        </p:spPr>
        <p:txBody>
          <a:bodyPr wrap="square" lIns="0" tIns="0" rIns="0" bIns="0" rtlCol="0">
            <a:noAutofit/>
          </a:bodyPr>
          <a:lstStyle>
            <a:lvl1pPr>
              <a:defRPr lang="de-DE" sz="4000" b="1" kern="1200" dirty="0">
                <a:solidFill>
                  <a:schemeClr val="accent5"/>
                </a:solidFill>
                <a:latin typeface="+mj-lt"/>
                <a:ea typeface="Tahoma" charset="0"/>
                <a:cs typeface="Tahoma" charset="0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dirty="0"/>
              <a:t>„Insert a quote here. Change the picture by moving the quote and click on the picture icon…”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93415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(dark Picture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2">
            <a:extLst>
              <a:ext uri="{FF2B5EF4-FFF2-40B4-BE49-F238E27FC236}">
                <a16:creationId xmlns:a16="http://schemas.microsoft.com/office/drawing/2014/main" id="{E2C458AD-83CE-32B0-933B-3D74A895478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9144000" cy="5143500"/>
          </a:xfrm>
          <a:blipFill>
            <a:blip r:embed="rId3"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Insert picture by clicking on the symbol (in the middle, you might need to move the quote text first to get there)…</a:t>
            </a:r>
          </a:p>
        </p:txBody>
      </p:sp>
      <p:sp>
        <p:nvSpPr>
          <p:cNvPr id="14" name="Textfeld 13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 dirty="0">
              <a:solidFill>
                <a:schemeClr val="bg1"/>
              </a:solidFill>
            </a:endParaRPr>
          </a:p>
        </p:txBody>
      </p:sp>
      <p:sp>
        <p:nvSpPr>
          <p:cNvPr id="7" name="Textplatzhalter 13">
            <a:extLst>
              <a:ext uri="{FF2B5EF4-FFF2-40B4-BE49-F238E27FC236}">
                <a16:creationId xmlns:a16="http://schemas.microsoft.com/office/drawing/2014/main" id="{A4BD2A3A-FD6A-F860-D5AB-D4BB89A3B2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001" y="3867424"/>
            <a:ext cx="4104051" cy="864000"/>
          </a:xfrm>
        </p:spPr>
        <p:txBody>
          <a:bodyPr wrap="none" lIns="0" tIns="0" rIns="0" bIns="0" anchor="ctr" anchorCtr="0">
            <a:noAutofit/>
          </a:bodyPr>
          <a:lstStyle>
            <a:lvl1pPr>
              <a:defRPr lang="de-DE" sz="1400" b="0" kern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Name , Position</a:t>
            </a:r>
          </a:p>
        </p:txBody>
      </p: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FC1D538F-E186-22F5-0077-8D8F147541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75" y="987425"/>
            <a:ext cx="7200000" cy="2700000"/>
          </a:xfrm>
          <a:noFill/>
        </p:spPr>
        <p:txBody>
          <a:bodyPr wrap="square" lIns="0" tIns="0" rIns="0" bIns="0" rtlCol="0">
            <a:noAutofit/>
          </a:bodyPr>
          <a:lstStyle>
            <a:lvl1pPr>
              <a:defRPr lang="de-DE" sz="4000" b="1" kern="1200" dirty="0">
                <a:solidFill>
                  <a:schemeClr val="bg1"/>
                </a:solidFill>
                <a:latin typeface="+mj-lt"/>
                <a:ea typeface="Tahoma" charset="0"/>
                <a:cs typeface="Tahoma" charset="0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dirty="0"/>
              <a:t>„Insert a quote here. Change the picture by moving the quote and click on the picture icon…”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055898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Highlight Slide: 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60002" y="972000"/>
            <a:ext cx="8424000" cy="37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feld 14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 dirty="0">
              <a:solidFill>
                <a:schemeClr val="bg1"/>
              </a:solidFill>
            </a:endParaRP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930CF375-D2D8-7049-8838-653CE776D9A4}"/>
              </a:ext>
            </a:extLst>
          </p:cNvPr>
          <p:cNvGrpSpPr/>
          <p:nvPr userDrawn="1"/>
        </p:nvGrpSpPr>
        <p:grpSpPr>
          <a:xfrm>
            <a:off x="360002" y="4796188"/>
            <a:ext cx="8147030" cy="209068"/>
            <a:chOff x="360002" y="4796188"/>
            <a:chExt cx="8147030" cy="209068"/>
          </a:xfrm>
        </p:grpSpPr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6E553B8C-1A4B-36BA-3482-8CAB42A7FFB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" b="33"/>
            <a:stretch/>
          </p:blipFill>
          <p:spPr>
            <a:xfrm>
              <a:off x="360002" y="4796188"/>
              <a:ext cx="209204" cy="209068"/>
            </a:xfrm>
            <a:prstGeom prst="rect">
              <a:avLst/>
            </a:prstGeom>
          </p:spPr>
        </p:pic>
        <p:sp>
          <p:nvSpPr>
            <p:cNvPr id="4" name="Text Box 10">
              <a:extLst>
                <a:ext uri="{FF2B5EF4-FFF2-40B4-BE49-F238E27FC236}">
                  <a16:creationId xmlns:a16="http://schemas.microsoft.com/office/drawing/2014/main" id="{73FAFDC2-E0C2-6848-E936-8DC21CE5E3FE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71601"/>
              <a:ext cx="900000" cy="108000"/>
            </a:xfrm>
            <a:prstGeom prst="rect">
              <a:avLst/>
            </a:prstGeom>
          </p:spPr>
          <p:txBody>
            <a:bodyPr vert="horz" lIns="0" tIns="0" rIns="0" bIns="0" rtlCol="0" anchor="ctr"/>
            <a:lstStyle>
              <a:defPPr>
                <a:defRPr lang="de-DE"/>
              </a:defPPr>
              <a:lvl1pPr>
                <a:defRPr sz="600"/>
              </a:lvl1pPr>
            </a:lstStyle>
            <a:p>
              <a:pPr lvl="0" algn="r"/>
              <a:r>
                <a:rPr lang="de-DE" dirty="0">
                  <a:solidFill>
                    <a:schemeClr val="bg1"/>
                  </a:solidFill>
                </a:rPr>
                <a:t>© ZF Friedrichshafen AG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626264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Highlight Slide: 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5" name="Textfeld 14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 dirty="0">
              <a:solidFill>
                <a:schemeClr val="bg1"/>
              </a:solidFill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F9248D9E-1B90-BC6D-A0B7-902F5377D954}"/>
              </a:ext>
            </a:extLst>
          </p:cNvPr>
          <p:cNvGrpSpPr/>
          <p:nvPr userDrawn="1"/>
        </p:nvGrpSpPr>
        <p:grpSpPr>
          <a:xfrm>
            <a:off x="360002" y="4796188"/>
            <a:ext cx="8147030" cy="209068"/>
            <a:chOff x="360002" y="4796188"/>
            <a:chExt cx="8147030" cy="209068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A166C5BF-00FA-DD53-8868-536F948D0F1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" b="33"/>
            <a:stretch/>
          </p:blipFill>
          <p:spPr>
            <a:xfrm>
              <a:off x="360002" y="4796188"/>
              <a:ext cx="209204" cy="209068"/>
            </a:xfrm>
            <a:prstGeom prst="rect">
              <a:avLst/>
            </a:prstGeom>
          </p:spPr>
        </p:pic>
        <p:sp>
          <p:nvSpPr>
            <p:cNvPr id="7" name="Text Box 10">
              <a:extLst>
                <a:ext uri="{FF2B5EF4-FFF2-40B4-BE49-F238E27FC236}">
                  <a16:creationId xmlns:a16="http://schemas.microsoft.com/office/drawing/2014/main" id="{ACB40CC4-1CC3-7CD8-CAA5-9BAAF4D6756A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71601"/>
              <a:ext cx="900000" cy="108000"/>
            </a:xfrm>
            <a:prstGeom prst="rect">
              <a:avLst/>
            </a:prstGeom>
          </p:spPr>
          <p:txBody>
            <a:bodyPr vert="horz" lIns="0" tIns="0" rIns="0" bIns="0" rtlCol="0" anchor="ctr"/>
            <a:lstStyle>
              <a:defPPr>
                <a:defRPr lang="de-DE"/>
              </a:defPPr>
              <a:lvl1pPr>
                <a:defRPr sz="600"/>
              </a:lvl1pPr>
            </a:lstStyle>
            <a:p>
              <a:pPr lvl="0" algn="r"/>
              <a:r>
                <a:rPr lang="de-DE" dirty="0">
                  <a:solidFill>
                    <a:schemeClr val="bg1"/>
                  </a:solidFill>
                </a:rPr>
                <a:t>© ZF Friedrichshafen AG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836100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Highlight Slide: 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4" name="Textfeld 13" descr="NovaPathClassification"/>
          <p:cNvSpPr txBox="1"/>
          <p:nvPr userDrawn="1"/>
        </p:nvSpPr>
        <p:spPr>
          <a:xfrm>
            <a:off x="6269275" y="4887949"/>
            <a:ext cx="126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/>
            <a:endParaRPr lang="en-US" sz="600" noProof="0" dirty="0">
              <a:solidFill>
                <a:schemeClr val="bg1"/>
              </a:solidFill>
            </a:endParaRP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073FC9BD-7338-0E63-59CA-40B27CEA74EE}"/>
              </a:ext>
            </a:extLst>
          </p:cNvPr>
          <p:cNvGrpSpPr/>
          <p:nvPr userDrawn="1"/>
        </p:nvGrpSpPr>
        <p:grpSpPr>
          <a:xfrm>
            <a:off x="360002" y="4796188"/>
            <a:ext cx="8147030" cy="209068"/>
            <a:chOff x="360002" y="4796188"/>
            <a:chExt cx="8147030" cy="209068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64F8E7A1-BCD3-532D-DAAF-16C84BE887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" b="33"/>
            <a:stretch/>
          </p:blipFill>
          <p:spPr>
            <a:xfrm>
              <a:off x="360002" y="4796188"/>
              <a:ext cx="209204" cy="209068"/>
            </a:xfrm>
            <a:prstGeom prst="rect">
              <a:avLst/>
            </a:prstGeom>
          </p:spPr>
        </p:pic>
        <p:sp>
          <p:nvSpPr>
            <p:cNvPr id="6" name="Text Box 10">
              <a:extLst>
                <a:ext uri="{FF2B5EF4-FFF2-40B4-BE49-F238E27FC236}">
                  <a16:creationId xmlns:a16="http://schemas.microsoft.com/office/drawing/2014/main" id="{6F36FB3F-0833-0E50-B73A-B1AC72FCF693}"/>
                </a:ext>
              </a:extLst>
            </p:cNvPr>
            <p:cNvSpPr txBox="1">
              <a:spLocks noChangeArrowheads="1"/>
            </p:cNvSpPr>
            <p:nvPr userDrawn="1"/>
          </p:nvSpPr>
          <p:spPr bwMode="black">
            <a:xfrm>
              <a:off x="7607032" y="4871601"/>
              <a:ext cx="900000" cy="108000"/>
            </a:xfrm>
            <a:prstGeom prst="rect">
              <a:avLst/>
            </a:prstGeom>
          </p:spPr>
          <p:txBody>
            <a:bodyPr vert="horz" lIns="0" tIns="0" rIns="0" bIns="0" rtlCol="0" anchor="ctr"/>
            <a:lstStyle>
              <a:defPPr>
                <a:defRPr lang="de-DE"/>
              </a:defPPr>
              <a:lvl1pPr>
                <a:defRPr sz="600"/>
              </a:lvl1pPr>
            </a:lstStyle>
            <a:p>
              <a:pPr lvl="0" algn="r"/>
              <a:r>
                <a:rPr lang="de-DE" dirty="0">
                  <a:solidFill>
                    <a:schemeClr val="bg1"/>
                  </a:solidFill>
                </a:rPr>
                <a:t>© ZF Friedrichshafen AG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1299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60364" y="143955"/>
            <a:ext cx="8424001" cy="79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60002" y="972000"/>
            <a:ext cx="8424000" cy="37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929391" y="4871601"/>
            <a:ext cx="522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04001" y="4871601"/>
            <a:ext cx="18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1">
                <a:solidFill>
                  <a:schemeClr val="accent5"/>
                </a:solidFill>
              </a:defRPr>
            </a:lvl1pPr>
          </a:lstStyle>
          <a:p>
            <a:fld id="{AE839375-43AA-4A5D-B991-4343C4570BCB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Text Box 10"/>
          <p:cNvSpPr txBox="1">
            <a:spLocks noChangeArrowheads="1"/>
          </p:cNvSpPr>
          <p:nvPr userDrawn="1"/>
        </p:nvSpPr>
        <p:spPr bwMode="black">
          <a:xfrm>
            <a:off x="7607032" y="4871601"/>
            <a:ext cx="900000" cy="108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>
              <a:defRPr sz="600"/>
            </a:lvl1pPr>
          </a:lstStyle>
          <a:p>
            <a:pPr lvl="0" algn="r"/>
            <a:r>
              <a:rPr lang="de-DE" dirty="0"/>
              <a:t>© ZF Friedrichshafen AG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715D946-1597-B199-E6D8-8C91CD7242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rcRect l="24395" t="24411" r="24395" b="24411"/>
          <a:stretch/>
        </p:blipFill>
        <p:spPr>
          <a:xfrm>
            <a:off x="360003" y="4796189"/>
            <a:ext cx="209204" cy="209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026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11" r:id="rId2"/>
    <p:sldLayoutId id="2147483719" r:id="rId3"/>
    <p:sldLayoutId id="2147483714" r:id="rId4"/>
    <p:sldLayoutId id="2147483720" r:id="rId5"/>
    <p:sldLayoutId id="2147483721" r:id="rId6"/>
    <p:sldLayoutId id="2147483715" r:id="rId7"/>
    <p:sldLayoutId id="2147483650" r:id="rId8"/>
    <p:sldLayoutId id="2147483722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2" r:id="rId15"/>
    <p:sldLayoutId id="2147483683" r:id="rId16"/>
    <p:sldLayoutId id="2147483654" r:id="rId17"/>
    <p:sldLayoutId id="2147483655" r:id="rId18"/>
    <p:sldLayoutId id="2147483693" r:id="rId19"/>
    <p:sldLayoutId id="2147483694" r:id="rId20"/>
    <p:sldLayoutId id="2147483695" r:id="rId21"/>
    <p:sldLayoutId id="2147483696" r:id="rId22"/>
    <p:sldLayoutId id="2147483698" r:id="rId23"/>
    <p:sldLayoutId id="2147483699" r:id="rId24"/>
    <p:sldLayoutId id="2147483718" r:id="rId25"/>
    <p:sldLayoutId id="2147483700" r:id="rId26"/>
    <p:sldLayoutId id="2147483724" r:id="rId27"/>
    <p:sldLayoutId id="2147483725" r:id="rId28"/>
    <p:sldLayoutId id="2147483726" r:id="rId29"/>
    <p:sldLayoutId id="2147483727" r:id="rId30"/>
    <p:sldLayoutId id="2147483728" r:id="rId31"/>
    <p:sldLayoutId id="2147483729" r:id="rId32"/>
    <p:sldLayoutId id="2147483688" r:id="rId33"/>
    <p:sldLayoutId id="2147483689" r:id="rId34"/>
    <p:sldLayoutId id="2147483690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30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spcBef>
          <a:spcPts val="0"/>
        </a:spcBef>
        <a:spcAft>
          <a:spcPts val="300"/>
        </a:spcAft>
        <a:buClr>
          <a:schemeClr val="accent5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spcBef>
          <a:spcPts val="0"/>
        </a:spcBef>
        <a:spcAft>
          <a:spcPts val="300"/>
        </a:spcAft>
        <a:buClr>
          <a:schemeClr val="accent5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spcBef>
          <a:spcPts val="0"/>
        </a:spcBef>
        <a:spcAft>
          <a:spcPts val="300"/>
        </a:spcAft>
        <a:buClr>
          <a:schemeClr val="accent5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spcBef>
          <a:spcPts val="0"/>
        </a:spcBef>
        <a:spcAft>
          <a:spcPts val="300"/>
        </a:spcAft>
        <a:buClr>
          <a:schemeClr val="accent5"/>
        </a:buClr>
        <a:buFont typeface="Tahoma" panose="020B060403050404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spcBef>
          <a:spcPts val="0"/>
        </a:spcBef>
        <a:spcAft>
          <a:spcPts val="600"/>
        </a:spcAft>
        <a:buFont typeface="Arial" pitchFamily="34" charset="0"/>
        <a:buNone/>
        <a:defRPr sz="1200" b="1" kern="1200">
          <a:solidFill>
            <a:schemeClr val="tx1"/>
          </a:solidFill>
          <a:latin typeface="+mj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box">
            <a:extLst>
              <a:ext uri="{FF2B5EF4-FFF2-40B4-BE49-F238E27FC236}">
                <a16:creationId xmlns:a16="http://schemas.microsoft.com/office/drawing/2014/main" id="{F2CB7562-1E54-A132-3D13-6CFC80845B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CST </a:t>
            </a:r>
            <a:r>
              <a:rPr lang="de-DE" dirty="0" err="1"/>
              <a:t>Logic</a:t>
            </a:r>
            <a:endParaRPr lang="de-DE" dirty="0"/>
          </a:p>
        </p:txBody>
      </p:sp>
      <p:sp>
        <p:nvSpPr>
          <p:cNvPr id="27" name="Untertitelbox">
            <a:extLst>
              <a:ext uri="{FF2B5EF4-FFF2-40B4-BE49-F238E27FC236}">
                <a16:creationId xmlns:a16="http://schemas.microsoft.com/office/drawing/2014/main" id="{AEDF3FE7-074E-4609-CA4F-A0CF2E5DAE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006268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B8B4A8-D1C8-421F-A9E6-7E00C1754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normal CST Scenario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A3215D8-567B-F54E-8B9D-003A50FE8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628645-579E-7808-E744-0915A0BDE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2</a:t>
            </a:fld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E67227D8-2428-651D-9B87-48258EDA0BC1}"/>
              </a:ext>
            </a:extLst>
          </p:cNvPr>
          <p:cNvCxnSpPr>
            <a:cxnSpLocks/>
          </p:cNvCxnSpPr>
          <p:nvPr/>
        </p:nvCxnSpPr>
        <p:spPr>
          <a:xfrm>
            <a:off x="568411" y="753761"/>
            <a:ext cx="0" cy="1760838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C5214AE-0B22-857A-BB41-63F607FAE919}"/>
              </a:ext>
            </a:extLst>
          </p:cNvPr>
          <p:cNvCxnSpPr>
            <a:cxnSpLocks/>
          </p:cNvCxnSpPr>
          <p:nvPr/>
        </p:nvCxnSpPr>
        <p:spPr>
          <a:xfrm flipH="1">
            <a:off x="568411" y="2508417"/>
            <a:ext cx="7963930" cy="0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BE172DB5-0E23-9E9E-7B79-4606DF93E3D4}"/>
              </a:ext>
            </a:extLst>
          </p:cNvPr>
          <p:cNvSpPr txBox="1"/>
          <p:nvPr/>
        </p:nvSpPr>
        <p:spPr>
          <a:xfrm rot="16200000">
            <a:off x="230618" y="2007160"/>
            <a:ext cx="44403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 err="1">
                <a:solidFill>
                  <a:srgbClr val="000000"/>
                </a:solidFill>
              </a:rPr>
              <a:t>torque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7472951-00A7-D7DA-DBF3-C25ADCFFB1C2}"/>
              </a:ext>
            </a:extLst>
          </p:cNvPr>
          <p:cNvSpPr txBox="1"/>
          <p:nvPr/>
        </p:nvSpPr>
        <p:spPr>
          <a:xfrm>
            <a:off x="3884328" y="4631724"/>
            <a:ext cx="29815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0000"/>
                </a:solidFill>
              </a:rPr>
              <a:t>time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F357036D-FF2A-08B6-2F20-124255C4FDE7}"/>
              </a:ext>
            </a:extLst>
          </p:cNvPr>
          <p:cNvCxnSpPr>
            <a:cxnSpLocks/>
          </p:cNvCxnSpPr>
          <p:nvPr/>
        </p:nvCxnSpPr>
        <p:spPr>
          <a:xfrm>
            <a:off x="2842053" y="1016493"/>
            <a:ext cx="0" cy="3592577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lgDash"/>
            <a:round/>
          </a:ln>
          <a:effectLst/>
        </p:spPr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F31DA5DD-3F5C-FAFD-8140-AD6C97AB17B9}"/>
              </a:ext>
            </a:extLst>
          </p:cNvPr>
          <p:cNvCxnSpPr>
            <a:cxnSpLocks/>
          </p:cNvCxnSpPr>
          <p:nvPr/>
        </p:nvCxnSpPr>
        <p:spPr>
          <a:xfrm>
            <a:off x="5823123" y="1217140"/>
            <a:ext cx="0" cy="3398109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lgDash"/>
            <a:round/>
          </a:ln>
          <a:effectLst/>
        </p:spPr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694EFE68-CA6F-8FA8-162D-3118ACB2A879}"/>
              </a:ext>
            </a:extLst>
          </p:cNvPr>
          <p:cNvCxnSpPr>
            <a:cxnSpLocks/>
          </p:cNvCxnSpPr>
          <p:nvPr/>
        </p:nvCxnSpPr>
        <p:spPr>
          <a:xfrm>
            <a:off x="568411" y="4046152"/>
            <a:ext cx="0" cy="581451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CDB5EE6D-011B-397A-34B5-A4BE1C90B8D7}"/>
              </a:ext>
            </a:extLst>
          </p:cNvPr>
          <p:cNvSpPr txBox="1"/>
          <p:nvPr/>
        </p:nvSpPr>
        <p:spPr>
          <a:xfrm rot="16200000">
            <a:off x="101588" y="4180206"/>
            <a:ext cx="69570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B050"/>
                </a:solidFill>
              </a:rPr>
              <a:t>v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</a:rPr>
              <a:t>eh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</a:rPr>
              <a:t>speed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</a:endParaRPr>
          </a:p>
        </p:txBody>
      </p: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A4AEC4F-1EED-1841-FD76-B6CD8BE58EDD}"/>
              </a:ext>
            </a:extLst>
          </p:cNvPr>
          <p:cNvCxnSpPr>
            <a:cxnSpLocks/>
          </p:cNvCxnSpPr>
          <p:nvPr/>
        </p:nvCxnSpPr>
        <p:spPr>
          <a:xfrm flipH="1">
            <a:off x="568411" y="4625543"/>
            <a:ext cx="7963930" cy="0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93BB977-BD39-4DA0-CBC3-99AC130D4546}"/>
              </a:ext>
            </a:extLst>
          </p:cNvPr>
          <p:cNvCxnSpPr/>
          <p:nvPr/>
        </p:nvCxnSpPr>
        <p:spPr>
          <a:xfrm>
            <a:off x="568411" y="1686697"/>
            <a:ext cx="2273642" cy="0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E151AFA5-A70A-38F1-AF04-D7FCD0BCCD8A}"/>
              </a:ext>
            </a:extLst>
          </p:cNvPr>
          <p:cNvCxnSpPr>
            <a:cxnSpLocks/>
          </p:cNvCxnSpPr>
          <p:nvPr/>
        </p:nvCxnSpPr>
        <p:spPr>
          <a:xfrm>
            <a:off x="2850050" y="1686697"/>
            <a:ext cx="214426" cy="815540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15710439-3DD2-CB45-C502-3543D36F704F}"/>
              </a:ext>
            </a:extLst>
          </p:cNvPr>
          <p:cNvCxnSpPr>
            <a:cxnSpLocks/>
          </p:cNvCxnSpPr>
          <p:nvPr/>
        </p:nvCxnSpPr>
        <p:spPr>
          <a:xfrm flipH="1">
            <a:off x="6051065" y="1414847"/>
            <a:ext cx="249194" cy="1094051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9B5B5CD-9DBE-2A5B-6A86-002FB1158FEF}"/>
              </a:ext>
            </a:extLst>
          </p:cNvPr>
          <p:cNvCxnSpPr>
            <a:cxnSpLocks/>
          </p:cNvCxnSpPr>
          <p:nvPr/>
        </p:nvCxnSpPr>
        <p:spPr>
          <a:xfrm>
            <a:off x="3064476" y="2508898"/>
            <a:ext cx="2985656" cy="0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A48F829A-35AE-1592-27B1-FA4CC188D2D4}"/>
              </a:ext>
            </a:extLst>
          </p:cNvPr>
          <p:cNvSpPr txBox="1"/>
          <p:nvPr/>
        </p:nvSpPr>
        <p:spPr>
          <a:xfrm>
            <a:off x="776459" y="1462830"/>
            <a:ext cx="37991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 err="1">
                <a:solidFill>
                  <a:srgbClr val="E52330"/>
                </a:solidFill>
              </a:rPr>
              <a:t>brake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E52330"/>
              </a:solidFill>
              <a:effectLst/>
              <a:uLnTx/>
              <a:uFillTx/>
            </a:endParaRP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A27B4D6-1E4C-8EE4-3BB8-DD8C72663322}"/>
              </a:ext>
            </a:extLst>
          </p:cNvPr>
          <p:cNvCxnSpPr>
            <a:cxnSpLocks/>
          </p:cNvCxnSpPr>
          <p:nvPr/>
        </p:nvCxnSpPr>
        <p:spPr>
          <a:xfrm>
            <a:off x="566352" y="2631989"/>
            <a:ext cx="0" cy="1087391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89CAD217-7E7B-9862-4316-BB9DC736F316}"/>
              </a:ext>
            </a:extLst>
          </p:cNvPr>
          <p:cNvCxnSpPr>
            <a:cxnSpLocks/>
          </p:cNvCxnSpPr>
          <p:nvPr/>
        </p:nvCxnSpPr>
        <p:spPr>
          <a:xfrm flipH="1">
            <a:off x="568411" y="3719380"/>
            <a:ext cx="7963930" cy="0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8DE5D55D-0AD8-4EA1-1E45-76CB915BDB0B}"/>
              </a:ext>
            </a:extLst>
          </p:cNvPr>
          <p:cNvSpPr txBox="1"/>
          <p:nvPr/>
        </p:nvSpPr>
        <p:spPr>
          <a:xfrm rot="16200000">
            <a:off x="-81106" y="3097833"/>
            <a:ext cx="105148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</a:rPr>
              <a:t>eng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</a:rPr>
              <a:t>speed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</a:rPr>
              <a:t>limit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7AF9E977-D10B-3595-E913-795E8CFC6D13}"/>
              </a:ext>
            </a:extLst>
          </p:cNvPr>
          <p:cNvCxnSpPr/>
          <p:nvPr/>
        </p:nvCxnSpPr>
        <p:spPr>
          <a:xfrm>
            <a:off x="568411" y="1952368"/>
            <a:ext cx="2273642" cy="0"/>
          </a:xfrm>
          <a:prstGeom prst="line">
            <a:avLst/>
          </a:prstGeom>
          <a:noFill/>
          <a:ln w="6350" cap="rnd" cmpd="sng" algn="ctr">
            <a:solidFill>
              <a:srgbClr val="2EBEEF"/>
            </a:solidFill>
            <a:prstDash val="solid"/>
            <a:round/>
          </a:ln>
          <a:effectLst/>
        </p:spPr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F9D5EC55-233F-EF55-16C5-B5F595F497A0}"/>
              </a:ext>
            </a:extLst>
          </p:cNvPr>
          <p:cNvCxnSpPr/>
          <p:nvPr/>
        </p:nvCxnSpPr>
        <p:spPr>
          <a:xfrm>
            <a:off x="566352" y="2209801"/>
            <a:ext cx="2273642" cy="0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D324596-EE22-0235-2B87-DD92949E04A4}"/>
              </a:ext>
            </a:extLst>
          </p:cNvPr>
          <p:cNvSpPr txBox="1"/>
          <p:nvPr/>
        </p:nvSpPr>
        <p:spPr>
          <a:xfrm>
            <a:off x="776459" y="1743672"/>
            <a:ext cx="112050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2EBEEF"/>
                </a:solidFill>
              </a:rPr>
              <a:t>eng </a:t>
            </a:r>
            <a:r>
              <a:rPr lang="de-DE" sz="1200" kern="0" dirty="0" err="1">
                <a:solidFill>
                  <a:srgbClr val="2EBEEF"/>
                </a:solidFill>
              </a:rPr>
              <a:t>torque</a:t>
            </a:r>
            <a:r>
              <a:rPr lang="de-DE" sz="1200" kern="0" dirty="0">
                <a:solidFill>
                  <a:srgbClr val="2EBEEF"/>
                </a:solidFill>
              </a:rPr>
              <a:t> front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2EBEEF"/>
              </a:solidFill>
              <a:effectLst/>
              <a:uLnTx/>
              <a:uFillTx/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FE8B0DB2-7B88-B036-2C70-70FBE7B46757}"/>
              </a:ext>
            </a:extLst>
          </p:cNvPr>
          <p:cNvSpPr txBox="1"/>
          <p:nvPr/>
        </p:nvSpPr>
        <p:spPr>
          <a:xfrm>
            <a:off x="788924" y="2006066"/>
            <a:ext cx="106760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265F"/>
                </a:solidFill>
              </a:rPr>
              <a:t>eng </a:t>
            </a:r>
            <a:r>
              <a:rPr lang="de-DE" sz="1200" kern="0" dirty="0" err="1">
                <a:solidFill>
                  <a:srgbClr val="00265F"/>
                </a:solidFill>
              </a:rPr>
              <a:t>torque</a:t>
            </a:r>
            <a:r>
              <a:rPr lang="de-DE" sz="1200" kern="0" dirty="0">
                <a:solidFill>
                  <a:srgbClr val="00265F"/>
                </a:solidFill>
              </a:rPr>
              <a:t> </a:t>
            </a:r>
            <a:r>
              <a:rPr lang="de-DE" sz="1200" kern="0" dirty="0" err="1">
                <a:solidFill>
                  <a:srgbClr val="00265F"/>
                </a:solidFill>
              </a:rPr>
              <a:t>rear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265F"/>
              </a:solidFill>
              <a:effectLst/>
              <a:uLnTx/>
              <a:uFillTx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96E7C9D-3D8F-6048-00EE-A3FD71039951}"/>
              </a:ext>
            </a:extLst>
          </p:cNvPr>
          <p:cNvCxnSpPr>
            <a:cxnSpLocks/>
          </p:cNvCxnSpPr>
          <p:nvPr/>
        </p:nvCxnSpPr>
        <p:spPr>
          <a:xfrm flipV="1">
            <a:off x="2839994" y="1217141"/>
            <a:ext cx="224482" cy="1000365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D5C321B-B687-5C37-9A71-2B270E39B36F}"/>
              </a:ext>
            </a:extLst>
          </p:cNvPr>
          <p:cNvCxnSpPr>
            <a:cxnSpLocks/>
          </p:cNvCxnSpPr>
          <p:nvPr/>
        </p:nvCxnSpPr>
        <p:spPr>
          <a:xfrm>
            <a:off x="3064476" y="1208904"/>
            <a:ext cx="2594919" cy="0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EAF7E3C7-EEB0-1427-503A-55ABBBBE9BBC}"/>
              </a:ext>
            </a:extLst>
          </p:cNvPr>
          <p:cNvCxnSpPr>
            <a:cxnSpLocks/>
          </p:cNvCxnSpPr>
          <p:nvPr/>
        </p:nvCxnSpPr>
        <p:spPr>
          <a:xfrm>
            <a:off x="2839994" y="1952368"/>
            <a:ext cx="224482" cy="257433"/>
          </a:xfrm>
          <a:prstGeom prst="line">
            <a:avLst/>
          </a:prstGeom>
          <a:noFill/>
          <a:ln w="6350" cap="rnd" cmpd="sng" algn="ctr">
            <a:solidFill>
              <a:srgbClr val="2EBEEF"/>
            </a:solidFill>
            <a:prstDash val="solid"/>
            <a:round/>
          </a:ln>
          <a:effectLst/>
        </p:spPr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536B05F5-C0D2-3D2D-1470-15B95DB58D07}"/>
              </a:ext>
            </a:extLst>
          </p:cNvPr>
          <p:cNvCxnSpPr>
            <a:cxnSpLocks/>
          </p:cNvCxnSpPr>
          <p:nvPr/>
        </p:nvCxnSpPr>
        <p:spPr>
          <a:xfrm>
            <a:off x="3064476" y="2209801"/>
            <a:ext cx="2570205" cy="0"/>
          </a:xfrm>
          <a:prstGeom prst="line">
            <a:avLst/>
          </a:prstGeom>
          <a:noFill/>
          <a:ln w="6350" cap="rnd" cmpd="sng" algn="ctr">
            <a:solidFill>
              <a:srgbClr val="2EBEEF"/>
            </a:solidFill>
            <a:prstDash val="solid"/>
            <a:round/>
          </a:ln>
          <a:effectLst/>
        </p:spPr>
      </p:cxnSp>
      <p:sp>
        <p:nvSpPr>
          <p:cNvPr id="25" name="Bogen 24">
            <a:extLst>
              <a:ext uri="{FF2B5EF4-FFF2-40B4-BE49-F238E27FC236}">
                <a16:creationId xmlns:a16="http://schemas.microsoft.com/office/drawing/2014/main" id="{F3777965-663C-D07C-5828-1846EF284709}"/>
              </a:ext>
            </a:extLst>
          </p:cNvPr>
          <p:cNvSpPr/>
          <p:nvPr/>
        </p:nvSpPr>
        <p:spPr>
          <a:xfrm rot="10800000">
            <a:off x="5659393" y="-49429"/>
            <a:ext cx="327453" cy="2543627"/>
          </a:xfrm>
          <a:prstGeom prst="arc">
            <a:avLst/>
          </a:prstGeom>
          <a:noFill/>
          <a:ln w="6350" cap="rnd" cmpd="sng" algn="ctr">
            <a:solidFill>
              <a:srgbClr val="00265F"/>
            </a:solidFill>
            <a:prstDash val="solid"/>
            <a:round/>
          </a:ln>
          <a:effectLst/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Bogen 25">
            <a:extLst>
              <a:ext uri="{FF2B5EF4-FFF2-40B4-BE49-F238E27FC236}">
                <a16:creationId xmlns:a16="http://schemas.microsoft.com/office/drawing/2014/main" id="{ECB7606C-F841-2BB1-A9A7-4208E4FD0DC2}"/>
              </a:ext>
            </a:extLst>
          </p:cNvPr>
          <p:cNvSpPr/>
          <p:nvPr/>
        </p:nvSpPr>
        <p:spPr>
          <a:xfrm rot="10800000">
            <a:off x="5638793" y="1928336"/>
            <a:ext cx="440717" cy="575447"/>
          </a:xfrm>
          <a:prstGeom prst="arc">
            <a:avLst/>
          </a:prstGeom>
          <a:noFill/>
          <a:ln w="6350" cap="rnd" cmpd="sng" algn="ctr">
            <a:solidFill>
              <a:srgbClr val="93D5F6"/>
            </a:solidFill>
            <a:prstDash val="solid"/>
            <a:round/>
          </a:ln>
          <a:effectLst/>
        </p:spPr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D41F3F06-E1F8-0C24-3B9A-0A06A87CF8E3}"/>
              </a:ext>
            </a:extLst>
          </p:cNvPr>
          <p:cNvCxnSpPr>
            <a:cxnSpLocks/>
          </p:cNvCxnSpPr>
          <p:nvPr/>
        </p:nvCxnSpPr>
        <p:spPr>
          <a:xfrm>
            <a:off x="5823123" y="3719380"/>
            <a:ext cx="622065" cy="0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B1373844-DF2D-8FAC-4F3A-BD4D3E93334B}"/>
              </a:ext>
            </a:extLst>
          </p:cNvPr>
          <p:cNvCxnSpPr>
            <a:cxnSpLocks/>
          </p:cNvCxnSpPr>
          <p:nvPr/>
        </p:nvCxnSpPr>
        <p:spPr>
          <a:xfrm>
            <a:off x="568411" y="2734962"/>
            <a:ext cx="5254712" cy="0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11EC9C88-05E4-DDF6-5E4F-C01FA0A6FE95}"/>
              </a:ext>
            </a:extLst>
          </p:cNvPr>
          <p:cNvCxnSpPr>
            <a:cxnSpLocks/>
          </p:cNvCxnSpPr>
          <p:nvPr/>
        </p:nvCxnSpPr>
        <p:spPr>
          <a:xfrm>
            <a:off x="568411" y="4182509"/>
            <a:ext cx="5254712" cy="437882"/>
          </a:xfrm>
          <a:prstGeom prst="line">
            <a:avLst/>
          </a:prstGeom>
          <a:noFill/>
          <a:ln w="6350" cap="rnd" cmpd="sng" algn="ctr">
            <a:solidFill>
              <a:srgbClr val="00B050"/>
            </a:solidFill>
            <a:prstDash val="solid"/>
            <a:round/>
          </a:ln>
          <a:effectLst/>
        </p:spPr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88C3256C-4A45-FCC9-C377-103A678207E8}"/>
              </a:ext>
            </a:extLst>
          </p:cNvPr>
          <p:cNvSpPr txBox="1"/>
          <p:nvPr/>
        </p:nvSpPr>
        <p:spPr>
          <a:xfrm>
            <a:off x="1336709" y="816371"/>
            <a:ext cx="81432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0000"/>
                </a:solidFill>
              </a:rPr>
              <a:t>n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ormal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recu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505887D6-76B5-3E00-9267-A7A7E5D7F649}"/>
              </a:ext>
            </a:extLst>
          </p:cNvPr>
          <p:cNvSpPr txBox="1"/>
          <p:nvPr/>
        </p:nvSpPr>
        <p:spPr>
          <a:xfrm>
            <a:off x="3775324" y="758958"/>
            <a:ext cx="71173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0000"/>
                </a:solidFill>
              </a:rPr>
              <a:t>CST </a:t>
            </a:r>
            <a:r>
              <a:rPr lang="de-DE" sz="1200" kern="0" dirty="0" err="1">
                <a:solidFill>
                  <a:srgbClr val="000000"/>
                </a:solidFill>
              </a:rPr>
              <a:t>active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5EA35F54-312E-171A-18C5-7059F86F8847}"/>
              </a:ext>
            </a:extLst>
          </p:cNvPr>
          <p:cNvSpPr txBox="1"/>
          <p:nvPr/>
        </p:nvSpPr>
        <p:spPr>
          <a:xfrm>
            <a:off x="6811730" y="762556"/>
            <a:ext cx="5979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0000"/>
                </a:solidFill>
              </a:rPr>
              <a:t>standstill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3A318E62-BA57-80D1-B440-56357011106C}"/>
              </a:ext>
            </a:extLst>
          </p:cNvPr>
          <p:cNvCxnSpPr>
            <a:cxnSpLocks/>
          </p:cNvCxnSpPr>
          <p:nvPr/>
        </p:nvCxnSpPr>
        <p:spPr>
          <a:xfrm>
            <a:off x="6047295" y="1047565"/>
            <a:ext cx="0" cy="3567684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lgDash"/>
            <a:round/>
          </a:ln>
          <a:effectLst/>
        </p:spPr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1D79258-7E70-32FA-9852-98E42C40AD8B}"/>
              </a:ext>
            </a:extLst>
          </p:cNvPr>
          <p:cNvCxnSpPr>
            <a:cxnSpLocks/>
          </p:cNvCxnSpPr>
          <p:nvPr/>
        </p:nvCxnSpPr>
        <p:spPr>
          <a:xfrm>
            <a:off x="568411" y="2734962"/>
            <a:ext cx="5254712" cy="909321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sp>
        <p:nvSpPr>
          <p:cNvPr id="24" name="Sprechblase: rechteckig 23">
            <a:extLst>
              <a:ext uri="{FF2B5EF4-FFF2-40B4-BE49-F238E27FC236}">
                <a16:creationId xmlns:a16="http://schemas.microsoft.com/office/drawing/2014/main" id="{B1543431-A5BA-B903-71CC-F47BEA447F52}"/>
              </a:ext>
            </a:extLst>
          </p:cNvPr>
          <p:cNvSpPr/>
          <p:nvPr/>
        </p:nvSpPr>
        <p:spPr>
          <a:xfrm>
            <a:off x="1053868" y="3259160"/>
            <a:ext cx="1658260" cy="612648"/>
          </a:xfrm>
          <a:prstGeom prst="wedgeRectCallout">
            <a:avLst>
              <a:gd name="adj1" fmla="val -68670"/>
              <a:gd name="adj2" fmla="val -131362"/>
            </a:avLst>
          </a:prstGeom>
          <a:solidFill>
            <a:schemeClr val="bg2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Constant high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value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or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dec</a:t>
            </a:r>
            <a:r>
              <a:rPr lang="de-DE" sz="1200" kern="0" dirty="0" err="1">
                <a:latin typeface="Tahoma"/>
                <a:cs typeface="Tahoma" pitchFamily="34" charset="0"/>
              </a:rPr>
              <a:t>reasing</a:t>
            </a:r>
            <a:r>
              <a:rPr lang="de-DE" sz="1200" kern="0" dirty="0">
                <a:latin typeface="Tahoma"/>
                <a:cs typeface="Tahoma" pitchFamily="34" charset="0"/>
              </a:rPr>
              <a:t> </a:t>
            </a:r>
            <a:r>
              <a:rPr lang="de-DE" sz="1200" kern="0" dirty="0" err="1">
                <a:latin typeface="Tahoma"/>
                <a:cs typeface="Tahoma" pitchFamily="34" charset="0"/>
              </a:rPr>
              <a:t>with</a:t>
            </a:r>
            <a:r>
              <a:rPr lang="de-DE" sz="1200" kern="0" dirty="0">
                <a:latin typeface="Tahoma"/>
                <a:cs typeface="Tahoma" pitchFamily="34" charset="0"/>
              </a:rPr>
              <a:t> </a:t>
            </a:r>
            <a:r>
              <a:rPr lang="de-DE" sz="1200" kern="0" dirty="0" err="1">
                <a:latin typeface="Tahoma"/>
                <a:cs typeface="Tahoma" pitchFamily="34" charset="0"/>
              </a:rPr>
              <a:t>veh</a:t>
            </a:r>
            <a:r>
              <a:rPr lang="de-DE" sz="1200" kern="0" dirty="0">
                <a:latin typeface="Tahoma"/>
                <a:cs typeface="Tahoma" pitchFamily="34" charset="0"/>
              </a:rPr>
              <a:t> </a:t>
            </a:r>
            <a:r>
              <a:rPr lang="de-DE" sz="1200" kern="0" dirty="0" err="1">
                <a:latin typeface="Tahoma"/>
                <a:cs typeface="Tahoma" pitchFamily="34" charset="0"/>
              </a:rPr>
              <a:t>speed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30" name="Sprechblase: rechteckig 29">
            <a:extLst>
              <a:ext uri="{FF2B5EF4-FFF2-40B4-BE49-F238E27FC236}">
                <a16:creationId xmlns:a16="http://schemas.microsoft.com/office/drawing/2014/main" id="{DC3EC1B4-6E9A-F31F-57CF-7477B60FEC91}"/>
              </a:ext>
            </a:extLst>
          </p:cNvPr>
          <p:cNvSpPr/>
          <p:nvPr/>
        </p:nvSpPr>
        <p:spPr>
          <a:xfrm>
            <a:off x="6414117" y="2913105"/>
            <a:ext cx="1658260" cy="612648"/>
          </a:xfrm>
          <a:prstGeom prst="wedgeRectCallout">
            <a:avLst>
              <a:gd name="adj1" fmla="val -84731"/>
              <a:gd name="adj2" fmla="val 83824"/>
            </a:avLst>
          </a:prstGeom>
          <a:solidFill>
            <a:schemeClr val="bg2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Active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when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Softstop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calculated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standstill</a:t>
            </a:r>
          </a:p>
        </p:txBody>
      </p:sp>
      <p:sp>
        <p:nvSpPr>
          <p:cNvPr id="49" name="Sprechblase: rechteckig 48">
            <a:extLst>
              <a:ext uri="{FF2B5EF4-FFF2-40B4-BE49-F238E27FC236}">
                <a16:creationId xmlns:a16="http://schemas.microsoft.com/office/drawing/2014/main" id="{42D2FFCA-8391-403A-9DDA-88E945F8CD12}"/>
              </a:ext>
            </a:extLst>
          </p:cNvPr>
          <p:cNvSpPr/>
          <p:nvPr/>
        </p:nvSpPr>
        <p:spPr>
          <a:xfrm>
            <a:off x="6891656" y="1410999"/>
            <a:ext cx="1658260" cy="612648"/>
          </a:xfrm>
          <a:prstGeom prst="wedgeRectCallout">
            <a:avLst>
              <a:gd name="adj1" fmla="val -95706"/>
              <a:gd name="adj2" fmla="val 69333"/>
            </a:avLst>
          </a:prstGeom>
          <a:solidFill>
            <a:schemeClr val="bg2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latin typeface="Tahoma"/>
                <a:cs typeface="Tahoma" pitchFamily="34" charset="0"/>
              </a:rPr>
              <a:t>h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andover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to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lang="de-DE" sz="1200" kern="0" dirty="0">
                <a:latin typeface="Tahoma"/>
                <a:cs typeface="Tahoma" pitchFamily="34" charset="0"/>
              </a:rPr>
              <a:t>h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ydraulic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brake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0D3D35AD-ACED-DD2A-175B-B64359A98AD6}"/>
              </a:ext>
            </a:extLst>
          </p:cNvPr>
          <p:cNvCxnSpPr>
            <a:cxnSpLocks/>
          </p:cNvCxnSpPr>
          <p:nvPr/>
        </p:nvCxnSpPr>
        <p:spPr>
          <a:xfrm flipH="1" flipV="1">
            <a:off x="5823123" y="4625543"/>
            <a:ext cx="2504131" cy="6181"/>
          </a:xfrm>
          <a:prstGeom prst="line">
            <a:avLst/>
          </a:prstGeom>
          <a:noFill/>
          <a:ln w="6350" cap="rnd" cmpd="sng" algn="ctr">
            <a:solidFill>
              <a:srgbClr val="00B050"/>
            </a:solidFill>
            <a:prstDash val="solid"/>
            <a:round/>
          </a:ln>
          <a:effectLst/>
        </p:spPr>
      </p:cxnSp>
      <p:sp>
        <p:nvSpPr>
          <p:cNvPr id="54" name="Textfeld 53">
            <a:extLst>
              <a:ext uri="{FF2B5EF4-FFF2-40B4-BE49-F238E27FC236}">
                <a16:creationId xmlns:a16="http://schemas.microsoft.com/office/drawing/2014/main" id="{AD3D7F5F-BF76-78E8-0AC5-0CB5C47777D0}"/>
              </a:ext>
            </a:extLst>
          </p:cNvPr>
          <p:cNvSpPr txBox="1"/>
          <p:nvPr/>
        </p:nvSpPr>
        <p:spPr>
          <a:xfrm>
            <a:off x="5422422" y="3779475"/>
            <a:ext cx="3397539" cy="80791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050" kern="0" dirty="0" err="1">
                <a:solidFill>
                  <a:srgbClr val="000000"/>
                </a:solidFill>
              </a:rPr>
              <a:t>For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the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stage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between</a:t>
            </a:r>
            <a:r>
              <a:rPr lang="de-DE" sz="1050" kern="0" dirty="0">
                <a:solidFill>
                  <a:srgbClr val="000000"/>
                </a:solidFill>
              </a:rPr>
              <a:t> CST </a:t>
            </a:r>
            <a:r>
              <a:rPr lang="de-DE" sz="1050" kern="0" dirty="0" err="1">
                <a:solidFill>
                  <a:srgbClr val="000000"/>
                </a:solidFill>
              </a:rPr>
              <a:t>brought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the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vehicle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to</a:t>
            </a:r>
            <a:r>
              <a:rPr lang="de-DE" sz="1050" kern="0" dirty="0">
                <a:solidFill>
                  <a:srgbClr val="000000"/>
                </a:solidFill>
              </a:rPr>
              <a:t> standstill and </a:t>
            </a:r>
            <a:r>
              <a:rPr lang="de-DE" sz="1050" kern="0" dirty="0" err="1">
                <a:solidFill>
                  <a:srgbClr val="000000"/>
                </a:solidFill>
              </a:rPr>
              <a:t>ramping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up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the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hydraulic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brake</a:t>
            </a:r>
            <a:r>
              <a:rPr lang="de-DE" sz="1050" kern="0" dirty="0">
                <a:solidFill>
                  <a:srgbClr val="000000"/>
                </a:solidFill>
              </a:rPr>
              <a:t>, </a:t>
            </a:r>
            <a:r>
              <a:rPr lang="de-DE" sz="1050" kern="0" dirty="0" err="1">
                <a:solidFill>
                  <a:srgbClr val="000000"/>
                </a:solidFill>
              </a:rPr>
              <a:t>the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electric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engines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must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be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able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to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keep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the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vehicle</a:t>
            </a:r>
            <a:r>
              <a:rPr lang="de-DE" sz="1050" kern="0" dirty="0">
                <a:solidFill>
                  <a:srgbClr val="000000"/>
                </a:solidFill>
              </a:rPr>
              <a:t> in standstill </a:t>
            </a:r>
            <a:r>
              <a:rPr lang="de-DE" sz="1050" kern="0" dirty="0" err="1">
                <a:solidFill>
                  <a:srgbClr val="000000"/>
                </a:solidFill>
              </a:rPr>
              <a:t>state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to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handover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smoothly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which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should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be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realised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by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engine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speed</a:t>
            </a:r>
            <a:r>
              <a:rPr lang="de-DE" sz="1050" kern="0" dirty="0">
                <a:solidFill>
                  <a:srgbClr val="000000"/>
                </a:solidFill>
              </a:rPr>
              <a:t> </a:t>
            </a:r>
            <a:r>
              <a:rPr lang="de-DE" sz="1050" kern="0" dirty="0" err="1">
                <a:solidFill>
                  <a:srgbClr val="000000"/>
                </a:solidFill>
              </a:rPr>
              <a:t>limit</a:t>
            </a:r>
            <a:r>
              <a:rPr lang="de-DE" sz="1050" kern="0" dirty="0">
                <a:solidFill>
                  <a:srgbClr val="000000"/>
                </a:solidFill>
              </a:rPr>
              <a:t> = 0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51539EA0-11F9-69B3-3060-54364F99BFBC}"/>
              </a:ext>
            </a:extLst>
          </p:cNvPr>
          <p:cNvCxnSpPr/>
          <p:nvPr/>
        </p:nvCxnSpPr>
        <p:spPr>
          <a:xfrm>
            <a:off x="2850050" y="1123025"/>
            <a:ext cx="3201015" cy="0"/>
          </a:xfrm>
          <a:prstGeom prst="straightConnector1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6A786FA6-84D5-2D8B-6182-5FE0BD69DF34}"/>
              </a:ext>
            </a:extLst>
          </p:cNvPr>
          <p:cNvCxnSpPr>
            <a:cxnSpLocks/>
          </p:cNvCxnSpPr>
          <p:nvPr/>
        </p:nvCxnSpPr>
        <p:spPr>
          <a:xfrm>
            <a:off x="5823123" y="1217141"/>
            <a:ext cx="2619541" cy="0"/>
          </a:xfrm>
          <a:prstGeom prst="straightConnector1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C0ED4C85-ECAA-8E35-E1F6-45D8BBD79782}"/>
              </a:ext>
            </a:extLst>
          </p:cNvPr>
          <p:cNvCxnSpPr>
            <a:cxnSpLocks/>
          </p:cNvCxnSpPr>
          <p:nvPr/>
        </p:nvCxnSpPr>
        <p:spPr>
          <a:xfrm>
            <a:off x="550526" y="1123025"/>
            <a:ext cx="2272573" cy="0"/>
          </a:xfrm>
          <a:prstGeom prst="straightConnector1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879001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0FCAC-C364-28D1-8A68-6CF86318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F80C8C-10DA-1939-6A92-2C39938DD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normal CST Scenario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E3979CF-D953-4FA2-8DF8-FFE04B9AD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BA9218C-5EC2-6038-CA63-7DC6FF927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3</a:t>
            </a:fld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6C5A20C-1D92-3887-FF8E-2F03E75A8ADD}"/>
              </a:ext>
            </a:extLst>
          </p:cNvPr>
          <p:cNvCxnSpPr>
            <a:cxnSpLocks/>
          </p:cNvCxnSpPr>
          <p:nvPr/>
        </p:nvCxnSpPr>
        <p:spPr>
          <a:xfrm>
            <a:off x="568411" y="753761"/>
            <a:ext cx="0" cy="1760838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5A7A5E4-002C-7D6A-A94E-A6333AA7235A}"/>
              </a:ext>
            </a:extLst>
          </p:cNvPr>
          <p:cNvCxnSpPr>
            <a:cxnSpLocks/>
          </p:cNvCxnSpPr>
          <p:nvPr/>
        </p:nvCxnSpPr>
        <p:spPr>
          <a:xfrm flipH="1">
            <a:off x="568411" y="2508417"/>
            <a:ext cx="7963930" cy="0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B7AAB30-6531-EE74-2AE2-33E80F426101}"/>
              </a:ext>
            </a:extLst>
          </p:cNvPr>
          <p:cNvSpPr txBox="1"/>
          <p:nvPr/>
        </p:nvSpPr>
        <p:spPr>
          <a:xfrm rot="16200000">
            <a:off x="192623" y="1816380"/>
            <a:ext cx="44403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 err="1">
                <a:solidFill>
                  <a:srgbClr val="000000"/>
                </a:solidFill>
              </a:rPr>
              <a:t>torque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FF4F577-5EB8-8892-3510-9C74E166F31A}"/>
              </a:ext>
            </a:extLst>
          </p:cNvPr>
          <p:cNvSpPr txBox="1"/>
          <p:nvPr/>
        </p:nvSpPr>
        <p:spPr>
          <a:xfrm>
            <a:off x="3884328" y="4631724"/>
            <a:ext cx="29815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0000"/>
                </a:solidFill>
              </a:rPr>
              <a:t>time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EDAD7C3-96AF-C7CE-939D-DBFEE2D79255}"/>
              </a:ext>
            </a:extLst>
          </p:cNvPr>
          <p:cNvCxnSpPr>
            <a:cxnSpLocks/>
          </p:cNvCxnSpPr>
          <p:nvPr/>
        </p:nvCxnSpPr>
        <p:spPr>
          <a:xfrm>
            <a:off x="2842053" y="1016493"/>
            <a:ext cx="0" cy="3592577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lgDash"/>
            <a:round/>
          </a:ln>
          <a:effectLst/>
        </p:spPr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3FBE5AC8-B0EC-23FA-FE7A-E50AD2492540}"/>
              </a:ext>
            </a:extLst>
          </p:cNvPr>
          <p:cNvCxnSpPr>
            <a:cxnSpLocks/>
          </p:cNvCxnSpPr>
          <p:nvPr/>
        </p:nvCxnSpPr>
        <p:spPr>
          <a:xfrm>
            <a:off x="5823123" y="1217140"/>
            <a:ext cx="0" cy="3398109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lgDash"/>
            <a:round/>
          </a:ln>
          <a:effectLst/>
        </p:spPr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B82D670-B104-2A5B-312F-D61546AB5342}"/>
              </a:ext>
            </a:extLst>
          </p:cNvPr>
          <p:cNvCxnSpPr>
            <a:cxnSpLocks/>
          </p:cNvCxnSpPr>
          <p:nvPr/>
        </p:nvCxnSpPr>
        <p:spPr>
          <a:xfrm>
            <a:off x="568411" y="4046152"/>
            <a:ext cx="0" cy="581451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42C0B8E4-526F-7625-C8FE-409A7EB3D14D}"/>
              </a:ext>
            </a:extLst>
          </p:cNvPr>
          <p:cNvSpPr txBox="1"/>
          <p:nvPr/>
        </p:nvSpPr>
        <p:spPr>
          <a:xfrm rot="16200000">
            <a:off x="-93177" y="4062811"/>
            <a:ext cx="90569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</a:rPr>
              <a:t>Control Mode</a:t>
            </a:r>
          </a:p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B050"/>
                </a:solidFill>
              </a:rPr>
              <a:t>Request </a:t>
            </a:r>
            <a:r>
              <a:rPr lang="de-DE" sz="1200" kern="0" dirty="0" err="1">
                <a:solidFill>
                  <a:srgbClr val="00B050"/>
                </a:solidFill>
              </a:rPr>
              <a:t>Flag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</a:endParaRPr>
          </a:p>
        </p:txBody>
      </p: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76A8DD6-F96A-8EAF-BB62-C156D75A9C74}"/>
              </a:ext>
            </a:extLst>
          </p:cNvPr>
          <p:cNvCxnSpPr>
            <a:cxnSpLocks/>
          </p:cNvCxnSpPr>
          <p:nvPr/>
        </p:nvCxnSpPr>
        <p:spPr>
          <a:xfrm flipH="1">
            <a:off x="568411" y="4625543"/>
            <a:ext cx="7963930" cy="0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086C86C-9AA5-38AC-D3EB-03F19593657C}"/>
              </a:ext>
            </a:extLst>
          </p:cNvPr>
          <p:cNvCxnSpPr/>
          <p:nvPr/>
        </p:nvCxnSpPr>
        <p:spPr>
          <a:xfrm>
            <a:off x="568411" y="1686697"/>
            <a:ext cx="2273642" cy="0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A01503C-FB63-B179-2F9F-C96D054077FA}"/>
              </a:ext>
            </a:extLst>
          </p:cNvPr>
          <p:cNvCxnSpPr>
            <a:cxnSpLocks/>
          </p:cNvCxnSpPr>
          <p:nvPr/>
        </p:nvCxnSpPr>
        <p:spPr>
          <a:xfrm>
            <a:off x="2850050" y="1686697"/>
            <a:ext cx="214426" cy="815540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F6232435-1603-7462-31D1-F810D5031A11}"/>
              </a:ext>
            </a:extLst>
          </p:cNvPr>
          <p:cNvCxnSpPr>
            <a:cxnSpLocks/>
          </p:cNvCxnSpPr>
          <p:nvPr/>
        </p:nvCxnSpPr>
        <p:spPr>
          <a:xfrm flipH="1">
            <a:off x="6051065" y="1414847"/>
            <a:ext cx="249194" cy="1094051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08ABFBBB-D612-6C3E-C199-7CCE1AB0B61D}"/>
              </a:ext>
            </a:extLst>
          </p:cNvPr>
          <p:cNvCxnSpPr>
            <a:cxnSpLocks/>
          </p:cNvCxnSpPr>
          <p:nvPr/>
        </p:nvCxnSpPr>
        <p:spPr>
          <a:xfrm>
            <a:off x="3064476" y="2508898"/>
            <a:ext cx="2985656" cy="0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516C016-B35B-E08C-75BC-13CE7E2BAD80}"/>
              </a:ext>
            </a:extLst>
          </p:cNvPr>
          <p:cNvSpPr txBox="1"/>
          <p:nvPr/>
        </p:nvSpPr>
        <p:spPr>
          <a:xfrm>
            <a:off x="776459" y="1462830"/>
            <a:ext cx="37991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 err="1">
                <a:solidFill>
                  <a:srgbClr val="E52330"/>
                </a:solidFill>
              </a:rPr>
              <a:t>brake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E52330"/>
              </a:solidFill>
              <a:effectLst/>
              <a:uLnTx/>
              <a:uFillTx/>
            </a:endParaRP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E83A05C6-282E-D595-2D1D-D051B6548C3C}"/>
              </a:ext>
            </a:extLst>
          </p:cNvPr>
          <p:cNvCxnSpPr>
            <a:cxnSpLocks/>
          </p:cNvCxnSpPr>
          <p:nvPr/>
        </p:nvCxnSpPr>
        <p:spPr>
          <a:xfrm>
            <a:off x="566352" y="2631989"/>
            <a:ext cx="0" cy="1087391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97349CC-16E6-57E9-E39E-CEE0E4002BA6}"/>
              </a:ext>
            </a:extLst>
          </p:cNvPr>
          <p:cNvCxnSpPr>
            <a:cxnSpLocks/>
          </p:cNvCxnSpPr>
          <p:nvPr/>
        </p:nvCxnSpPr>
        <p:spPr>
          <a:xfrm flipH="1">
            <a:off x="568411" y="3719380"/>
            <a:ext cx="7963930" cy="0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2C86BA9C-D45D-403D-9039-00F5D8A18A62}"/>
              </a:ext>
            </a:extLst>
          </p:cNvPr>
          <p:cNvSpPr txBox="1"/>
          <p:nvPr/>
        </p:nvSpPr>
        <p:spPr>
          <a:xfrm rot="16200000">
            <a:off x="-177854" y="2912827"/>
            <a:ext cx="105148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</a:rPr>
              <a:t>Eng</a:t>
            </a:r>
          </a:p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</a:rPr>
              <a:t>speed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</a:rPr>
              <a:t> </a:t>
            </a:r>
            <a:r>
              <a:rPr lang="de-DE" sz="1200" kern="0" dirty="0" err="1"/>
              <a:t>target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A2246473-A1A4-72C3-EECA-4005AC190268}"/>
              </a:ext>
            </a:extLst>
          </p:cNvPr>
          <p:cNvCxnSpPr/>
          <p:nvPr/>
        </p:nvCxnSpPr>
        <p:spPr>
          <a:xfrm>
            <a:off x="568411" y="1952368"/>
            <a:ext cx="2273642" cy="0"/>
          </a:xfrm>
          <a:prstGeom prst="line">
            <a:avLst/>
          </a:prstGeom>
          <a:noFill/>
          <a:ln w="6350" cap="rnd" cmpd="sng" algn="ctr">
            <a:solidFill>
              <a:srgbClr val="2EBEEF"/>
            </a:solidFill>
            <a:prstDash val="solid"/>
            <a:round/>
          </a:ln>
          <a:effectLst/>
        </p:spPr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479F8883-E362-162D-B4CB-C032C740A5AB}"/>
              </a:ext>
            </a:extLst>
          </p:cNvPr>
          <p:cNvCxnSpPr/>
          <p:nvPr/>
        </p:nvCxnSpPr>
        <p:spPr>
          <a:xfrm>
            <a:off x="566352" y="2209801"/>
            <a:ext cx="2273642" cy="0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736B6278-1AD1-CD3C-D445-7080906C06F7}"/>
              </a:ext>
            </a:extLst>
          </p:cNvPr>
          <p:cNvSpPr txBox="1"/>
          <p:nvPr/>
        </p:nvSpPr>
        <p:spPr>
          <a:xfrm>
            <a:off x="776459" y="1743672"/>
            <a:ext cx="112050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2EBEEF"/>
                </a:solidFill>
              </a:rPr>
              <a:t>eng </a:t>
            </a:r>
            <a:r>
              <a:rPr lang="de-DE" sz="1200" kern="0" dirty="0" err="1">
                <a:solidFill>
                  <a:srgbClr val="2EBEEF"/>
                </a:solidFill>
              </a:rPr>
              <a:t>torque</a:t>
            </a:r>
            <a:r>
              <a:rPr lang="de-DE" sz="1200" kern="0" dirty="0">
                <a:solidFill>
                  <a:srgbClr val="2EBEEF"/>
                </a:solidFill>
              </a:rPr>
              <a:t> front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2EBEEF"/>
              </a:solidFill>
              <a:effectLst/>
              <a:uLnTx/>
              <a:uFillTx/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4BB9F18A-B51A-799B-B359-249134B18A7F}"/>
              </a:ext>
            </a:extLst>
          </p:cNvPr>
          <p:cNvSpPr txBox="1"/>
          <p:nvPr/>
        </p:nvSpPr>
        <p:spPr>
          <a:xfrm>
            <a:off x="788924" y="2006066"/>
            <a:ext cx="106760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265F"/>
                </a:solidFill>
              </a:rPr>
              <a:t>eng </a:t>
            </a:r>
            <a:r>
              <a:rPr lang="de-DE" sz="1200" kern="0" dirty="0" err="1">
                <a:solidFill>
                  <a:srgbClr val="00265F"/>
                </a:solidFill>
              </a:rPr>
              <a:t>torque</a:t>
            </a:r>
            <a:r>
              <a:rPr lang="de-DE" sz="1200" kern="0" dirty="0">
                <a:solidFill>
                  <a:srgbClr val="00265F"/>
                </a:solidFill>
              </a:rPr>
              <a:t> </a:t>
            </a:r>
            <a:r>
              <a:rPr lang="de-DE" sz="1200" kern="0" dirty="0" err="1">
                <a:solidFill>
                  <a:srgbClr val="00265F"/>
                </a:solidFill>
              </a:rPr>
              <a:t>rear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265F"/>
              </a:solidFill>
              <a:effectLst/>
              <a:uLnTx/>
              <a:uFillTx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2FC53DE-CD78-FBDC-F40D-9355E1AF7B72}"/>
              </a:ext>
            </a:extLst>
          </p:cNvPr>
          <p:cNvCxnSpPr>
            <a:cxnSpLocks/>
          </p:cNvCxnSpPr>
          <p:nvPr/>
        </p:nvCxnSpPr>
        <p:spPr>
          <a:xfrm flipV="1">
            <a:off x="2839994" y="1217141"/>
            <a:ext cx="224482" cy="1000365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058D4AE0-C021-3F5E-169F-5471219C8DAD}"/>
              </a:ext>
            </a:extLst>
          </p:cNvPr>
          <p:cNvCxnSpPr>
            <a:cxnSpLocks/>
          </p:cNvCxnSpPr>
          <p:nvPr/>
        </p:nvCxnSpPr>
        <p:spPr>
          <a:xfrm>
            <a:off x="3064476" y="1208904"/>
            <a:ext cx="2594919" cy="0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93868EE-A0AA-0E6C-D0A6-1B943727C059}"/>
              </a:ext>
            </a:extLst>
          </p:cNvPr>
          <p:cNvCxnSpPr>
            <a:cxnSpLocks/>
          </p:cNvCxnSpPr>
          <p:nvPr/>
        </p:nvCxnSpPr>
        <p:spPr>
          <a:xfrm>
            <a:off x="2839994" y="1952368"/>
            <a:ext cx="224482" cy="257433"/>
          </a:xfrm>
          <a:prstGeom prst="line">
            <a:avLst/>
          </a:prstGeom>
          <a:noFill/>
          <a:ln w="6350" cap="rnd" cmpd="sng" algn="ctr">
            <a:solidFill>
              <a:srgbClr val="2EBEEF"/>
            </a:solidFill>
            <a:prstDash val="solid"/>
            <a:round/>
          </a:ln>
          <a:effectLst/>
        </p:spPr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4D0097D6-3D30-90AF-0996-D390AEB37989}"/>
              </a:ext>
            </a:extLst>
          </p:cNvPr>
          <p:cNvCxnSpPr>
            <a:cxnSpLocks/>
          </p:cNvCxnSpPr>
          <p:nvPr/>
        </p:nvCxnSpPr>
        <p:spPr>
          <a:xfrm>
            <a:off x="3064476" y="2209801"/>
            <a:ext cx="2570205" cy="0"/>
          </a:xfrm>
          <a:prstGeom prst="line">
            <a:avLst/>
          </a:prstGeom>
          <a:noFill/>
          <a:ln w="6350" cap="rnd" cmpd="sng" algn="ctr">
            <a:solidFill>
              <a:srgbClr val="2EBEEF"/>
            </a:solidFill>
            <a:prstDash val="solid"/>
            <a:round/>
          </a:ln>
          <a:effectLst/>
        </p:spPr>
      </p:cxnSp>
      <p:sp>
        <p:nvSpPr>
          <p:cNvPr id="25" name="Bogen 24">
            <a:extLst>
              <a:ext uri="{FF2B5EF4-FFF2-40B4-BE49-F238E27FC236}">
                <a16:creationId xmlns:a16="http://schemas.microsoft.com/office/drawing/2014/main" id="{77D89D97-0999-AC2C-AD1B-C0BB0701F114}"/>
              </a:ext>
            </a:extLst>
          </p:cNvPr>
          <p:cNvSpPr/>
          <p:nvPr/>
        </p:nvSpPr>
        <p:spPr>
          <a:xfrm rot="10800000">
            <a:off x="5659393" y="-49429"/>
            <a:ext cx="327453" cy="2543627"/>
          </a:xfrm>
          <a:prstGeom prst="arc">
            <a:avLst/>
          </a:prstGeom>
          <a:noFill/>
          <a:ln w="6350" cap="rnd" cmpd="sng" algn="ctr">
            <a:solidFill>
              <a:srgbClr val="00265F"/>
            </a:solidFill>
            <a:prstDash val="solid"/>
            <a:round/>
          </a:ln>
          <a:effectLst/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Bogen 25">
            <a:extLst>
              <a:ext uri="{FF2B5EF4-FFF2-40B4-BE49-F238E27FC236}">
                <a16:creationId xmlns:a16="http://schemas.microsoft.com/office/drawing/2014/main" id="{6D0CED92-3CEB-D632-A07C-B580E60515BD}"/>
              </a:ext>
            </a:extLst>
          </p:cNvPr>
          <p:cNvSpPr/>
          <p:nvPr/>
        </p:nvSpPr>
        <p:spPr>
          <a:xfrm rot="10800000">
            <a:off x="5638793" y="1928336"/>
            <a:ext cx="440717" cy="575447"/>
          </a:xfrm>
          <a:prstGeom prst="arc">
            <a:avLst/>
          </a:prstGeom>
          <a:noFill/>
          <a:ln w="6350" cap="rnd" cmpd="sng" algn="ctr">
            <a:solidFill>
              <a:srgbClr val="93D5F6"/>
            </a:solidFill>
            <a:prstDash val="solid"/>
            <a:round/>
          </a:ln>
          <a:effectLst/>
        </p:spPr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179903FE-B6C9-1444-0644-5804E8BDEA95}"/>
              </a:ext>
            </a:extLst>
          </p:cNvPr>
          <p:cNvCxnSpPr>
            <a:cxnSpLocks/>
          </p:cNvCxnSpPr>
          <p:nvPr/>
        </p:nvCxnSpPr>
        <p:spPr>
          <a:xfrm flipV="1">
            <a:off x="5823123" y="3715909"/>
            <a:ext cx="227942" cy="3471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A8DF2DC9-4680-3381-1323-2503221ECC40}"/>
              </a:ext>
            </a:extLst>
          </p:cNvPr>
          <p:cNvSpPr txBox="1"/>
          <p:nvPr/>
        </p:nvSpPr>
        <p:spPr>
          <a:xfrm>
            <a:off x="1336709" y="816371"/>
            <a:ext cx="81432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0000"/>
                </a:solidFill>
              </a:rPr>
              <a:t>n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ormal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recu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59CE1B10-4569-E632-3923-46AFD5C1FC65}"/>
              </a:ext>
            </a:extLst>
          </p:cNvPr>
          <p:cNvSpPr txBox="1"/>
          <p:nvPr/>
        </p:nvSpPr>
        <p:spPr>
          <a:xfrm>
            <a:off x="3775324" y="758958"/>
            <a:ext cx="71173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0000"/>
                </a:solidFill>
              </a:rPr>
              <a:t>CST </a:t>
            </a:r>
            <a:r>
              <a:rPr lang="de-DE" sz="1200" kern="0" dirty="0" err="1">
                <a:solidFill>
                  <a:srgbClr val="000000"/>
                </a:solidFill>
              </a:rPr>
              <a:t>active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95015C5C-75BC-7192-C050-E1030B5D494C}"/>
              </a:ext>
            </a:extLst>
          </p:cNvPr>
          <p:cNvSpPr txBox="1"/>
          <p:nvPr/>
        </p:nvSpPr>
        <p:spPr>
          <a:xfrm>
            <a:off x="6811730" y="762556"/>
            <a:ext cx="5979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0000"/>
                </a:solidFill>
              </a:rPr>
              <a:t>standstill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D539FC9E-091F-6A02-2F3D-56A5BA532C44}"/>
              </a:ext>
            </a:extLst>
          </p:cNvPr>
          <p:cNvCxnSpPr>
            <a:cxnSpLocks/>
          </p:cNvCxnSpPr>
          <p:nvPr/>
        </p:nvCxnSpPr>
        <p:spPr>
          <a:xfrm>
            <a:off x="6047295" y="1047565"/>
            <a:ext cx="0" cy="3567684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lgDash"/>
            <a:round/>
          </a:ln>
          <a:effectLst/>
        </p:spPr>
      </p:cxnSp>
      <p:sp>
        <p:nvSpPr>
          <p:cNvPr id="30" name="Sprechblase: rechteckig 29">
            <a:extLst>
              <a:ext uri="{FF2B5EF4-FFF2-40B4-BE49-F238E27FC236}">
                <a16:creationId xmlns:a16="http://schemas.microsoft.com/office/drawing/2014/main" id="{23B1F6B3-F24E-05F6-0327-54D496E37E17}"/>
              </a:ext>
            </a:extLst>
          </p:cNvPr>
          <p:cNvSpPr/>
          <p:nvPr/>
        </p:nvSpPr>
        <p:spPr>
          <a:xfrm>
            <a:off x="6701499" y="3423910"/>
            <a:ext cx="2344529" cy="612648"/>
          </a:xfrm>
          <a:prstGeom prst="wedgeRectCallout">
            <a:avLst>
              <a:gd name="adj1" fmla="val -83243"/>
              <a:gd name="adj2" fmla="val 96617"/>
            </a:avLst>
          </a:prstGeom>
          <a:solidFill>
            <a:schemeClr val="bg2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Control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request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switched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to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RPM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control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when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Softstop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calculated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standstill</a:t>
            </a:r>
          </a:p>
        </p:txBody>
      </p:sp>
      <p:sp>
        <p:nvSpPr>
          <p:cNvPr id="49" name="Sprechblase: rechteckig 48">
            <a:extLst>
              <a:ext uri="{FF2B5EF4-FFF2-40B4-BE49-F238E27FC236}">
                <a16:creationId xmlns:a16="http://schemas.microsoft.com/office/drawing/2014/main" id="{178B3CBB-A422-A1F9-3B5E-A0BA84455526}"/>
              </a:ext>
            </a:extLst>
          </p:cNvPr>
          <p:cNvSpPr/>
          <p:nvPr/>
        </p:nvSpPr>
        <p:spPr>
          <a:xfrm>
            <a:off x="6891656" y="1410999"/>
            <a:ext cx="1658260" cy="612648"/>
          </a:xfrm>
          <a:prstGeom prst="wedgeRectCallout">
            <a:avLst>
              <a:gd name="adj1" fmla="val -95706"/>
              <a:gd name="adj2" fmla="val 69333"/>
            </a:avLst>
          </a:prstGeom>
          <a:solidFill>
            <a:schemeClr val="bg2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latin typeface="Tahoma"/>
                <a:cs typeface="Tahoma" pitchFamily="34" charset="0"/>
              </a:rPr>
              <a:t>h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andover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to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lang="de-DE" sz="1200" kern="0" dirty="0">
                <a:latin typeface="Tahoma"/>
                <a:cs typeface="Tahoma" pitchFamily="34" charset="0"/>
              </a:rPr>
              <a:t>h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ydraulic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brake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425E686-D7AD-B4C5-E8DB-A05C6DC8ADB3}"/>
              </a:ext>
            </a:extLst>
          </p:cNvPr>
          <p:cNvCxnSpPr>
            <a:cxnSpLocks/>
          </p:cNvCxnSpPr>
          <p:nvPr/>
        </p:nvCxnSpPr>
        <p:spPr>
          <a:xfrm flipH="1" flipV="1">
            <a:off x="5823123" y="4324521"/>
            <a:ext cx="224172" cy="6179"/>
          </a:xfrm>
          <a:prstGeom prst="line">
            <a:avLst/>
          </a:prstGeom>
          <a:noFill/>
          <a:ln w="6350" cap="rnd" cmpd="sng" algn="ctr">
            <a:solidFill>
              <a:srgbClr val="00B050"/>
            </a:solidFill>
            <a:prstDash val="solid"/>
            <a:round/>
          </a:ln>
          <a:effectLst/>
        </p:spPr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EF0932-547A-CA97-8CD9-206EC1B3E85C}"/>
              </a:ext>
            </a:extLst>
          </p:cNvPr>
          <p:cNvCxnSpPr/>
          <p:nvPr/>
        </p:nvCxnSpPr>
        <p:spPr>
          <a:xfrm>
            <a:off x="2850050" y="1123025"/>
            <a:ext cx="3201015" cy="0"/>
          </a:xfrm>
          <a:prstGeom prst="straightConnector1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5047D461-7F28-3B31-E881-CDAE737F7F01}"/>
              </a:ext>
            </a:extLst>
          </p:cNvPr>
          <p:cNvCxnSpPr>
            <a:cxnSpLocks/>
          </p:cNvCxnSpPr>
          <p:nvPr/>
        </p:nvCxnSpPr>
        <p:spPr>
          <a:xfrm>
            <a:off x="5823123" y="1217141"/>
            <a:ext cx="2619541" cy="0"/>
          </a:xfrm>
          <a:prstGeom prst="straightConnector1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DAF53989-0044-A490-3AE5-654F730D164F}"/>
              </a:ext>
            </a:extLst>
          </p:cNvPr>
          <p:cNvCxnSpPr>
            <a:cxnSpLocks/>
          </p:cNvCxnSpPr>
          <p:nvPr/>
        </p:nvCxnSpPr>
        <p:spPr>
          <a:xfrm>
            <a:off x="550526" y="1123025"/>
            <a:ext cx="2272573" cy="0"/>
          </a:xfrm>
          <a:prstGeom prst="straightConnector1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20" name="Gerader Verbinder 49">
            <a:extLst>
              <a:ext uri="{FF2B5EF4-FFF2-40B4-BE49-F238E27FC236}">
                <a16:creationId xmlns:a16="http://schemas.microsoft.com/office/drawing/2014/main" id="{1512C2AA-19E7-5E3B-8F5D-5E890543EC42}"/>
              </a:ext>
            </a:extLst>
          </p:cNvPr>
          <p:cNvCxnSpPr>
            <a:cxnSpLocks/>
          </p:cNvCxnSpPr>
          <p:nvPr/>
        </p:nvCxnSpPr>
        <p:spPr>
          <a:xfrm flipH="1" flipV="1">
            <a:off x="2841059" y="4036558"/>
            <a:ext cx="2988000" cy="9594"/>
          </a:xfrm>
          <a:prstGeom prst="line">
            <a:avLst/>
          </a:prstGeom>
          <a:noFill/>
          <a:ln w="6350" cap="rnd" cmpd="sng" algn="ctr">
            <a:solidFill>
              <a:srgbClr val="00B050"/>
            </a:solidFill>
            <a:prstDash val="solid"/>
            <a:round/>
          </a:ln>
          <a:effectLst/>
        </p:spPr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98AE4F05-7EE0-F673-2A92-3783A8328C0B}"/>
              </a:ext>
            </a:extLst>
          </p:cNvPr>
          <p:cNvSpPr txBox="1"/>
          <p:nvPr/>
        </p:nvSpPr>
        <p:spPr>
          <a:xfrm>
            <a:off x="3581810" y="3862482"/>
            <a:ext cx="12608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2= Torque control Mode</a:t>
            </a:r>
            <a:endParaRPr kumimoji="0" lang="zh-CN" altLang="en-US" sz="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BF9249E-9A73-D23E-3F8B-AD7BBA750A69}"/>
              </a:ext>
            </a:extLst>
          </p:cNvPr>
          <p:cNvSpPr txBox="1"/>
          <p:nvPr/>
        </p:nvSpPr>
        <p:spPr>
          <a:xfrm>
            <a:off x="6149391" y="4275321"/>
            <a:ext cx="126088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sz="800" kern="0" dirty="0">
                <a:solidFill>
                  <a:srgbClr val="000000"/>
                </a:solidFill>
              </a:rPr>
              <a:t>1</a:t>
            </a:r>
            <a:r>
              <a:rPr kumimoji="0" lang="en-US" altLang="zh-CN" sz="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= RPM control Mode</a:t>
            </a:r>
            <a:endParaRPr kumimoji="0" lang="zh-CN" altLang="en-US" sz="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48" name="Sprechblase: rechteckig 48">
            <a:extLst>
              <a:ext uri="{FF2B5EF4-FFF2-40B4-BE49-F238E27FC236}">
                <a16:creationId xmlns:a16="http://schemas.microsoft.com/office/drawing/2014/main" id="{DC61B813-5BC5-68D3-5383-210C2A1228E0}"/>
              </a:ext>
            </a:extLst>
          </p:cNvPr>
          <p:cNvSpPr/>
          <p:nvPr/>
        </p:nvSpPr>
        <p:spPr>
          <a:xfrm>
            <a:off x="6701499" y="2614165"/>
            <a:ext cx="1658260" cy="612648"/>
          </a:xfrm>
          <a:prstGeom prst="wedgeRectCallout">
            <a:avLst>
              <a:gd name="adj1" fmla="val -97675"/>
              <a:gd name="adj2" fmla="val 130101"/>
            </a:avLst>
          </a:prstGeom>
          <a:solidFill>
            <a:schemeClr val="bg2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latin typeface="Tahoma"/>
                <a:cs typeface="Tahoma" pitchFamily="34" charset="0"/>
              </a:rPr>
              <a:t>CST </a:t>
            </a:r>
            <a:r>
              <a:rPr lang="de-DE" sz="1200" kern="0" dirty="0" err="1">
                <a:latin typeface="Tahoma"/>
                <a:cs typeface="Tahoma" pitchFamily="34" charset="0"/>
              </a:rPr>
              <a:t>request</a:t>
            </a:r>
            <a:r>
              <a:rPr lang="de-DE" sz="1200" kern="0" dirty="0">
                <a:latin typeface="Tahoma"/>
                <a:cs typeface="Tahoma" pitchFamily="34" charset="0"/>
              </a:rPr>
              <a:t> </a:t>
            </a:r>
            <a:r>
              <a:rPr lang="de-DE" sz="1200" kern="0" dirty="0" err="1">
                <a:latin typeface="Tahoma"/>
                <a:cs typeface="Tahoma" pitchFamily="34" charset="0"/>
              </a:rPr>
              <a:t>target</a:t>
            </a:r>
            <a:r>
              <a:rPr lang="de-DE" sz="1200" kern="0" dirty="0">
                <a:latin typeface="Tahoma"/>
                <a:cs typeface="Tahoma" pitchFamily="34" charset="0"/>
              </a:rPr>
              <a:t> Speed = 0 </a:t>
            </a:r>
            <a:r>
              <a:rPr lang="de-DE" sz="1200" kern="0" dirty="0" err="1">
                <a:latin typeface="Tahoma"/>
                <a:cs typeface="Tahoma" pitchFamily="34" charset="0"/>
              </a:rPr>
              <a:t>to</a:t>
            </a:r>
            <a:r>
              <a:rPr lang="de-DE" sz="1200" kern="0" dirty="0">
                <a:latin typeface="Tahoma"/>
                <a:cs typeface="Tahoma" pitchFamily="34" charset="0"/>
              </a:rPr>
              <a:t> </a:t>
            </a:r>
            <a:r>
              <a:rPr lang="de-DE" sz="1200" kern="0" dirty="0" err="1">
                <a:latin typeface="Tahoma"/>
                <a:cs typeface="Tahoma" pitchFamily="34" charset="0"/>
              </a:rPr>
              <a:t>keep</a:t>
            </a:r>
            <a:r>
              <a:rPr lang="de-DE" sz="1200" kern="0" dirty="0">
                <a:latin typeface="Tahoma"/>
                <a:cs typeface="Tahoma" pitchFamily="34" charset="0"/>
              </a:rPr>
              <a:t> </a:t>
            </a:r>
            <a:r>
              <a:rPr lang="de-DE" sz="1200" kern="0" dirty="0" err="1">
                <a:latin typeface="Tahoma"/>
                <a:cs typeface="Tahoma" pitchFamily="34" charset="0"/>
              </a:rPr>
              <a:t>vehicle</a:t>
            </a:r>
            <a:r>
              <a:rPr lang="de-DE" sz="1200" kern="0" dirty="0">
                <a:latin typeface="Tahoma"/>
                <a:cs typeface="Tahoma" pitchFamily="34" charset="0"/>
              </a:rPr>
              <a:t> standstill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51" name="Sprechblase: rechteckig 29">
            <a:extLst>
              <a:ext uri="{FF2B5EF4-FFF2-40B4-BE49-F238E27FC236}">
                <a16:creationId xmlns:a16="http://schemas.microsoft.com/office/drawing/2014/main" id="{24C30900-0F25-F54D-D87B-F0BEAFBC123B}"/>
              </a:ext>
            </a:extLst>
          </p:cNvPr>
          <p:cNvSpPr/>
          <p:nvPr/>
        </p:nvSpPr>
        <p:spPr>
          <a:xfrm>
            <a:off x="1769563" y="4155011"/>
            <a:ext cx="2933065" cy="332487"/>
          </a:xfrm>
          <a:prstGeom prst="wedgeRectCallout">
            <a:avLst>
              <a:gd name="adj1" fmla="val 28986"/>
              <a:gd name="adj2" fmla="val -95232"/>
            </a:avLst>
          </a:prstGeom>
          <a:solidFill>
            <a:schemeClr val="bg2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Control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request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is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torque</a:t>
            </a:r>
            <a:r>
              <a:rPr kumimoji="0" lang="de-DE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 </a:t>
            </a:r>
            <a:r>
              <a:rPr kumimoji="0" lang="de-DE" sz="12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control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805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8460E-5E41-C430-DAE6-6C39CFD50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530438-C0D6-1123-9F07-8F97A75CD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normal CST Scenario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CA6A4A3-B767-D1A6-6814-7DDB31233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3575BF-E780-7A65-3A3A-6C003EA90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39375-43AA-4A5D-B991-4343C4570BCB}" type="slidenum">
              <a:rPr lang="de-DE" smtClean="0"/>
              <a:t>4</a:t>
            </a:fld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4BB64E1D-F4B6-6CDF-A23E-A1581AB97925}"/>
              </a:ext>
            </a:extLst>
          </p:cNvPr>
          <p:cNvCxnSpPr>
            <a:cxnSpLocks/>
          </p:cNvCxnSpPr>
          <p:nvPr/>
        </p:nvCxnSpPr>
        <p:spPr>
          <a:xfrm>
            <a:off x="568411" y="753761"/>
            <a:ext cx="0" cy="1760838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67A3D43-1CB8-947F-6A25-2651745A8C54}"/>
              </a:ext>
            </a:extLst>
          </p:cNvPr>
          <p:cNvCxnSpPr>
            <a:cxnSpLocks/>
          </p:cNvCxnSpPr>
          <p:nvPr/>
        </p:nvCxnSpPr>
        <p:spPr>
          <a:xfrm flipH="1">
            <a:off x="568411" y="2508417"/>
            <a:ext cx="7963930" cy="0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2F1DF634-30C5-65B6-CB3E-87A578A78CF3}"/>
              </a:ext>
            </a:extLst>
          </p:cNvPr>
          <p:cNvSpPr txBox="1"/>
          <p:nvPr/>
        </p:nvSpPr>
        <p:spPr>
          <a:xfrm rot="16200000">
            <a:off x="260750" y="1816380"/>
            <a:ext cx="307777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1200" kern="0" dirty="0">
                <a:solidFill>
                  <a:srgbClr val="000000"/>
                </a:solidFill>
              </a:rPr>
              <a:t>扭矩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9003C15-7600-A9F9-A5A1-F3FBB3816B03}"/>
              </a:ext>
            </a:extLst>
          </p:cNvPr>
          <p:cNvSpPr txBox="1"/>
          <p:nvPr/>
        </p:nvSpPr>
        <p:spPr>
          <a:xfrm>
            <a:off x="3884328" y="4631724"/>
            <a:ext cx="29815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0000"/>
                </a:solidFill>
              </a:rPr>
              <a:t>time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9203D12A-94A3-C536-9309-FBC618FD5E4B}"/>
              </a:ext>
            </a:extLst>
          </p:cNvPr>
          <p:cNvCxnSpPr>
            <a:cxnSpLocks/>
          </p:cNvCxnSpPr>
          <p:nvPr/>
        </p:nvCxnSpPr>
        <p:spPr>
          <a:xfrm>
            <a:off x="2842053" y="1016493"/>
            <a:ext cx="0" cy="3592577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lgDash"/>
            <a:round/>
          </a:ln>
          <a:effectLst/>
        </p:spPr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9396FF27-817E-8EAD-252B-FADFFAB031C7}"/>
              </a:ext>
            </a:extLst>
          </p:cNvPr>
          <p:cNvCxnSpPr>
            <a:cxnSpLocks/>
          </p:cNvCxnSpPr>
          <p:nvPr/>
        </p:nvCxnSpPr>
        <p:spPr>
          <a:xfrm>
            <a:off x="5823123" y="1217140"/>
            <a:ext cx="0" cy="3398109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lgDash"/>
            <a:round/>
          </a:ln>
          <a:effectLst/>
        </p:spPr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ACF194B-8DD8-09AB-ED22-6362E857737D}"/>
              </a:ext>
            </a:extLst>
          </p:cNvPr>
          <p:cNvCxnSpPr>
            <a:cxnSpLocks/>
          </p:cNvCxnSpPr>
          <p:nvPr/>
        </p:nvCxnSpPr>
        <p:spPr>
          <a:xfrm>
            <a:off x="568411" y="4046152"/>
            <a:ext cx="0" cy="581451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E58ED813-0ABC-55F8-F883-DBC1C31945D4}"/>
              </a:ext>
            </a:extLst>
          </p:cNvPr>
          <p:cNvSpPr txBox="1"/>
          <p:nvPr/>
        </p:nvSpPr>
        <p:spPr>
          <a:xfrm rot="16200000">
            <a:off x="-101994" y="4155144"/>
            <a:ext cx="92333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1200" kern="0" dirty="0">
                <a:solidFill>
                  <a:srgbClr val="00B050"/>
                </a:solidFill>
              </a:rPr>
              <a:t>电机请求模式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</a:endParaRPr>
          </a:p>
        </p:txBody>
      </p: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3451605-4C8B-E244-F1F1-91C509FD2BFE}"/>
              </a:ext>
            </a:extLst>
          </p:cNvPr>
          <p:cNvCxnSpPr>
            <a:cxnSpLocks/>
          </p:cNvCxnSpPr>
          <p:nvPr/>
        </p:nvCxnSpPr>
        <p:spPr>
          <a:xfrm flipH="1">
            <a:off x="568411" y="4625543"/>
            <a:ext cx="7963930" cy="0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8FBDEA2B-8234-1A82-16C4-99A882BD4B5C}"/>
              </a:ext>
            </a:extLst>
          </p:cNvPr>
          <p:cNvCxnSpPr/>
          <p:nvPr/>
        </p:nvCxnSpPr>
        <p:spPr>
          <a:xfrm>
            <a:off x="568411" y="1686697"/>
            <a:ext cx="2273642" cy="0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A0B6C7D2-EBDB-41F1-F915-79BB43E426EB}"/>
              </a:ext>
            </a:extLst>
          </p:cNvPr>
          <p:cNvCxnSpPr>
            <a:cxnSpLocks/>
          </p:cNvCxnSpPr>
          <p:nvPr/>
        </p:nvCxnSpPr>
        <p:spPr>
          <a:xfrm>
            <a:off x="2850050" y="1686697"/>
            <a:ext cx="214426" cy="815540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5802C615-ABE8-590B-A01B-82B696277D01}"/>
              </a:ext>
            </a:extLst>
          </p:cNvPr>
          <p:cNvCxnSpPr>
            <a:cxnSpLocks/>
          </p:cNvCxnSpPr>
          <p:nvPr/>
        </p:nvCxnSpPr>
        <p:spPr>
          <a:xfrm flipH="1">
            <a:off x="6051065" y="1414847"/>
            <a:ext cx="249194" cy="1094051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04481E1D-8416-DE7F-621E-E118F053EC17}"/>
              </a:ext>
            </a:extLst>
          </p:cNvPr>
          <p:cNvCxnSpPr>
            <a:cxnSpLocks/>
          </p:cNvCxnSpPr>
          <p:nvPr/>
        </p:nvCxnSpPr>
        <p:spPr>
          <a:xfrm>
            <a:off x="3064476" y="2508898"/>
            <a:ext cx="2985656" cy="0"/>
          </a:xfrm>
          <a:prstGeom prst="line">
            <a:avLst/>
          </a:prstGeom>
          <a:noFill/>
          <a:ln w="6350" cap="rnd" cmpd="sng" algn="ctr">
            <a:solidFill>
              <a:srgbClr val="E52330"/>
            </a:solidFill>
            <a:prstDash val="solid"/>
            <a:round/>
          </a:ln>
          <a:effectLst/>
        </p:spPr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66C8D302-64E3-09BB-2ACD-16104A4CFE11}"/>
              </a:ext>
            </a:extLst>
          </p:cNvPr>
          <p:cNvSpPr txBox="1"/>
          <p:nvPr/>
        </p:nvSpPr>
        <p:spPr>
          <a:xfrm>
            <a:off x="776459" y="1462830"/>
            <a:ext cx="379912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 err="1">
                <a:solidFill>
                  <a:srgbClr val="E52330"/>
                </a:solidFill>
              </a:rPr>
              <a:t>brake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E52330"/>
              </a:solidFill>
              <a:effectLst/>
              <a:uLnTx/>
              <a:uFillTx/>
            </a:endParaRP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73FF20DC-CC6A-5D27-3443-365C46024AE9}"/>
              </a:ext>
            </a:extLst>
          </p:cNvPr>
          <p:cNvCxnSpPr>
            <a:cxnSpLocks/>
          </p:cNvCxnSpPr>
          <p:nvPr/>
        </p:nvCxnSpPr>
        <p:spPr>
          <a:xfrm>
            <a:off x="566352" y="2631989"/>
            <a:ext cx="0" cy="1087391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7299E21-9D63-A25B-6773-5770C434BE93}"/>
              </a:ext>
            </a:extLst>
          </p:cNvPr>
          <p:cNvCxnSpPr>
            <a:cxnSpLocks/>
          </p:cNvCxnSpPr>
          <p:nvPr/>
        </p:nvCxnSpPr>
        <p:spPr>
          <a:xfrm flipH="1">
            <a:off x="568411" y="3719380"/>
            <a:ext cx="7963930" cy="0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944F8F31-7068-3568-9EE8-6FA670C25B6E}"/>
              </a:ext>
            </a:extLst>
          </p:cNvPr>
          <p:cNvSpPr txBox="1"/>
          <p:nvPr/>
        </p:nvSpPr>
        <p:spPr>
          <a:xfrm rot="16200000">
            <a:off x="-177854" y="3005160"/>
            <a:ext cx="105148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1200" kern="0" dirty="0"/>
              <a:t>电机目标转速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</a:endParaRPr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169963AE-EEC6-CDC1-AE25-68D1321B2637}"/>
              </a:ext>
            </a:extLst>
          </p:cNvPr>
          <p:cNvCxnSpPr/>
          <p:nvPr/>
        </p:nvCxnSpPr>
        <p:spPr>
          <a:xfrm>
            <a:off x="568411" y="1952368"/>
            <a:ext cx="2273642" cy="0"/>
          </a:xfrm>
          <a:prstGeom prst="line">
            <a:avLst/>
          </a:prstGeom>
          <a:noFill/>
          <a:ln w="6350" cap="rnd" cmpd="sng" algn="ctr">
            <a:solidFill>
              <a:srgbClr val="2EBEEF"/>
            </a:solidFill>
            <a:prstDash val="solid"/>
            <a:round/>
          </a:ln>
          <a:effectLst/>
        </p:spPr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8CC852A9-00FF-DB95-CFF2-BAB0621EC877}"/>
              </a:ext>
            </a:extLst>
          </p:cNvPr>
          <p:cNvCxnSpPr/>
          <p:nvPr/>
        </p:nvCxnSpPr>
        <p:spPr>
          <a:xfrm>
            <a:off x="566352" y="2209801"/>
            <a:ext cx="2273642" cy="0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018447A4-1EDA-28C6-5A4D-73DF64D02408}"/>
              </a:ext>
            </a:extLst>
          </p:cNvPr>
          <p:cNvSpPr txBox="1"/>
          <p:nvPr/>
        </p:nvSpPr>
        <p:spPr>
          <a:xfrm>
            <a:off x="776459" y="1743672"/>
            <a:ext cx="112050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2EBEEF"/>
                </a:solidFill>
              </a:rPr>
              <a:t>eng </a:t>
            </a:r>
            <a:r>
              <a:rPr lang="de-DE" sz="1200" kern="0" dirty="0" err="1">
                <a:solidFill>
                  <a:srgbClr val="2EBEEF"/>
                </a:solidFill>
              </a:rPr>
              <a:t>torque</a:t>
            </a:r>
            <a:r>
              <a:rPr lang="de-DE" sz="1200" kern="0" dirty="0">
                <a:solidFill>
                  <a:srgbClr val="2EBEEF"/>
                </a:solidFill>
              </a:rPr>
              <a:t> front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2EBEEF"/>
              </a:solidFill>
              <a:effectLst/>
              <a:uLnTx/>
              <a:uFillTx/>
            </a:endParaRP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DA4C33BD-CD79-9371-2BF2-D73ABAE571A1}"/>
              </a:ext>
            </a:extLst>
          </p:cNvPr>
          <p:cNvSpPr txBox="1"/>
          <p:nvPr/>
        </p:nvSpPr>
        <p:spPr>
          <a:xfrm>
            <a:off x="788924" y="2006066"/>
            <a:ext cx="106760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sz="1200" kern="0" dirty="0">
                <a:solidFill>
                  <a:srgbClr val="00265F"/>
                </a:solidFill>
              </a:rPr>
              <a:t>eng </a:t>
            </a:r>
            <a:r>
              <a:rPr lang="de-DE" sz="1200" kern="0" dirty="0" err="1">
                <a:solidFill>
                  <a:srgbClr val="00265F"/>
                </a:solidFill>
              </a:rPr>
              <a:t>torque</a:t>
            </a:r>
            <a:r>
              <a:rPr lang="de-DE" sz="1200" kern="0" dirty="0">
                <a:solidFill>
                  <a:srgbClr val="00265F"/>
                </a:solidFill>
              </a:rPr>
              <a:t> </a:t>
            </a:r>
            <a:r>
              <a:rPr lang="de-DE" sz="1200" kern="0" dirty="0" err="1">
                <a:solidFill>
                  <a:srgbClr val="00265F"/>
                </a:solidFill>
              </a:rPr>
              <a:t>rear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265F"/>
              </a:solidFill>
              <a:effectLst/>
              <a:uLnTx/>
              <a:uFillTx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34077DE-202D-5AE4-AE5F-4FB26EA21E00}"/>
              </a:ext>
            </a:extLst>
          </p:cNvPr>
          <p:cNvCxnSpPr>
            <a:cxnSpLocks/>
          </p:cNvCxnSpPr>
          <p:nvPr/>
        </p:nvCxnSpPr>
        <p:spPr>
          <a:xfrm flipV="1">
            <a:off x="2839994" y="1217141"/>
            <a:ext cx="224482" cy="1000365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D6C04EC-FDBA-FA7D-5CCF-2672D0672BB1}"/>
              </a:ext>
            </a:extLst>
          </p:cNvPr>
          <p:cNvCxnSpPr>
            <a:cxnSpLocks/>
          </p:cNvCxnSpPr>
          <p:nvPr/>
        </p:nvCxnSpPr>
        <p:spPr>
          <a:xfrm>
            <a:off x="3064476" y="1208904"/>
            <a:ext cx="2594919" cy="0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68832F5-B935-234C-2525-B1A51258B214}"/>
              </a:ext>
            </a:extLst>
          </p:cNvPr>
          <p:cNvCxnSpPr>
            <a:cxnSpLocks/>
          </p:cNvCxnSpPr>
          <p:nvPr/>
        </p:nvCxnSpPr>
        <p:spPr>
          <a:xfrm>
            <a:off x="2839994" y="1952368"/>
            <a:ext cx="224482" cy="257433"/>
          </a:xfrm>
          <a:prstGeom prst="line">
            <a:avLst/>
          </a:prstGeom>
          <a:noFill/>
          <a:ln w="6350" cap="rnd" cmpd="sng" algn="ctr">
            <a:solidFill>
              <a:srgbClr val="2EBEEF"/>
            </a:solidFill>
            <a:prstDash val="solid"/>
            <a:round/>
          </a:ln>
          <a:effectLst/>
        </p:spPr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54C75FC-C4BB-C3D1-064D-8E1E1C39D522}"/>
              </a:ext>
            </a:extLst>
          </p:cNvPr>
          <p:cNvCxnSpPr>
            <a:cxnSpLocks/>
          </p:cNvCxnSpPr>
          <p:nvPr/>
        </p:nvCxnSpPr>
        <p:spPr>
          <a:xfrm>
            <a:off x="3064476" y="2209801"/>
            <a:ext cx="2570205" cy="0"/>
          </a:xfrm>
          <a:prstGeom prst="line">
            <a:avLst/>
          </a:prstGeom>
          <a:noFill/>
          <a:ln w="6350" cap="rnd" cmpd="sng" algn="ctr">
            <a:solidFill>
              <a:srgbClr val="2EBEEF"/>
            </a:solidFill>
            <a:prstDash val="solid"/>
            <a:round/>
          </a:ln>
          <a:effectLst/>
        </p:spPr>
      </p:cxnSp>
      <p:sp>
        <p:nvSpPr>
          <p:cNvPr id="25" name="Bogen 24">
            <a:extLst>
              <a:ext uri="{FF2B5EF4-FFF2-40B4-BE49-F238E27FC236}">
                <a16:creationId xmlns:a16="http://schemas.microsoft.com/office/drawing/2014/main" id="{ABA1F979-1FB0-ACD6-0C5E-2F86E9409673}"/>
              </a:ext>
            </a:extLst>
          </p:cNvPr>
          <p:cNvSpPr/>
          <p:nvPr/>
        </p:nvSpPr>
        <p:spPr>
          <a:xfrm rot="10800000">
            <a:off x="5659393" y="-49429"/>
            <a:ext cx="327453" cy="2543627"/>
          </a:xfrm>
          <a:prstGeom prst="arc">
            <a:avLst/>
          </a:prstGeom>
          <a:noFill/>
          <a:ln w="6350" cap="rnd" cmpd="sng" algn="ctr">
            <a:solidFill>
              <a:srgbClr val="00265F"/>
            </a:solidFill>
            <a:prstDash val="solid"/>
            <a:round/>
          </a:ln>
          <a:effectLst/>
        </p:spPr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Bogen 25">
            <a:extLst>
              <a:ext uri="{FF2B5EF4-FFF2-40B4-BE49-F238E27FC236}">
                <a16:creationId xmlns:a16="http://schemas.microsoft.com/office/drawing/2014/main" id="{98A42DC7-CFBB-4CAC-E32B-AC4A262BBAFC}"/>
              </a:ext>
            </a:extLst>
          </p:cNvPr>
          <p:cNvSpPr/>
          <p:nvPr/>
        </p:nvSpPr>
        <p:spPr>
          <a:xfrm rot="10800000">
            <a:off x="5638793" y="1928336"/>
            <a:ext cx="440717" cy="575447"/>
          </a:xfrm>
          <a:prstGeom prst="arc">
            <a:avLst/>
          </a:prstGeom>
          <a:noFill/>
          <a:ln w="6350" cap="rnd" cmpd="sng" algn="ctr">
            <a:solidFill>
              <a:srgbClr val="93D5F6"/>
            </a:solidFill>
            <a:prstDash val="solid"/>
            <a:round/>
          </a:ln>
          <a:effectLst/>
        </p:spPr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4DC63E8E-A240-370A-90F1-0F2DF80CF183}"/>
              </a:ext>
            </a:extLst>
          </p:cNvPr>
          <p:cNvCxnSpPr>
            <a:cxnSpLocks/>
          </p:cNvCxnSpPr>
          <p:nvPr/>
        </p:nvCxnSpPr>
        <p:spPr>
          <a:xfrm flipV="1">
            <a:off x="5823123" y="3715909"/>
            <a:ext cx="227942" cy="3471"/>
          </a:xfrm>
          <a:prstGeom prst="line">
            <a:avLst/>
          </a:prstGeom>
          <a:noFill/>
          <a:ln w="6350" cap="rnd" cmpd="sng" algn="ctr">
            <a:solidFill>
              <a:srgbClr val="0057B7"/>
            </a:solidFill>
            <a:prstDash val="solid"/>
            <a:round/>
          </a:ln>
          <a:effectLst/>
        </p:spPr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3EA7B7D6-FE72-F2F8-65A2-CFA5B95AE19B}"/>
              </a:ext>
            </a:extLst>
          </p:cNvPr>
          <p:cNvSpPr txBox="1"/>
          <p:nvPr/>
        </p:nvSpPr>
        <p:spPr>
          <a:xfrm>
            <a:off x="1336709" y="816371"/>
            <a:ext cx="138499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1200" kern="0" dirty="0">
                <a:solidFill>
                  <a:srgbClr val="000000"/>
                </a:solidFill>
              </a:rPr>
              <a:t>舒适制动功能未激活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FD70D49B-A297-1B4D-67C9-F0625B9390A2}"/>
              </a:ext>
            </a:extLst>
          </p:cNvPr>
          <p:cNvSpPr txBox="1"/>
          <p:nvPr/>
        </p:nvSpPr>
        <p:spPr>
          <a:xfrm>
            <a:off x="3719506" y="798140"/>
            <a:ext cx="123110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1200" kern="0" dirty="0">
                <a:solidFill>
                  <a:srgbClr val="000000"/>
                </a:solidFill>
              </a:rPr>
              <a:t>舒适制动功能激活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FB75632D-A74D-DA7A-6220-18E06D3AC245}"/>
              </a:ext>
            </a:extLst>
          </p:cNvPr>
          <p:cNvSpPr txBox="1"/>
          <p:nvPr/>
        </p:nvSpPr>
        <p:spPr>
          <a:xfrm>
            <a:off x="6462275" y="860095"/>
            <a:ext cx="92333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1200" kern="0" dirty="0">
                <a:solidFill>
                  <a:srgbClr val="000000"/>
                </a:solidFill>
              </a:rPr>
              <a:t>车辆静止停车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CD46B98-936C-A192-71B6-EDFF351FCF71}"/>
              </a:ext>
            </a:extLst>
          </p:cNvPr>
          <p:cNvCxnSpPr>
            <a:cxnSpLocks/>
          </p:cNvCxnSpPr>
          <p:nvPr/>
        </p:nvCxnSpPr>
        <p:spPr>
          <a:xfrm>
            <a:off x="6047295" y="1047565"/>
            <a:ext cx="0" cy="3567684"/>
          </a:xfrm>
          <a:prstGeom prst="line">
            <a:avLst/>
          </a:prstGeom>
          <a:noFill/>
          <a:ln w="6350" cap="rnd" cmpd="sng" algn="ctr">
            <a:solidFill>
              <a:schemeClr val="bg2"/>
            </a:solidFill>
            <a:prstDash val="lgDash"/>
            <a:round/>
          </a:ln>
          <a:effectLst/>
        </p:spPr>
      </p:cxnSp>
      <p:sp>
        <p:nvSpPr>
          <p:cNvPr id="30" name="Sprechblase: rechteckig 29">
            <a:extLst>
              <a:ext uri="{FF2B5EF4-FFF2-40B4-BE49-F238E27FC236}">
                <a16:creationId xmlns:a16="http://schemas.microsoft.com/office/drawing/2014/main" id="{33881ABB-DDF1-81BB-529B-812ABAD7F825}"/>
              </a:ext>
            </a:extLst>
          </p:cNvPr>
          <p:cNvSpPr/>
          <p:nvPr/>
        </p:nvSpPr>
        <p:spPr>
          <a:xfrm>
            <a:off x="6701499" y="3713198"/>
            <a:ext cx="2344529" cy="323359"/>
          </a:xfrm>
          <a:prstGeom prst="wedgeRectCallout">
            <a:avLst>
              <a:gd name="adj1" fmla="val -33934"/>
              <a:gd name="adj2" fmla="val 122875"/>
            </a:avLst>
          </a:prstGeom>
          <a:solidFill>
            <a:schemeClr val="bg2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此时转速请求有效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49" name="Sprechblase: rechteckig 48">
            <a:extLst>
              <a:ext uri="{FF2B5EF4-FFF2-40B4-BE49-F238E27FC236}">
                <a16:creationId xmlns:a16="http://schemas.microsoft.com/office/drawing/2014/main" id="{2B6C7DE8-6107-2F5A-1C71-782518EE70BA}"/>
              </a:ext>
            </a:extLst>
          </p:cNvPr>
          <p:cNvSpPr/>
          <p:nvPr/>
        </p:nvSpPr>
        <p:spPr>
          <a:xfrm>
            <a:off x="6891656" y="1410999"/>
            <a:ext cx="1658260" cy="612648"/>
          </a:xfrm>
          <a:prstGeom prst="wedgeRectCallout">
            <a:avLst>
              <a:gd name="adj1" fmla="val -95706"/>
              <a:gd name="adj2" fmla="val 69333"/>
            </a:avLst>
          </a:prstGeom>
          <a:solidFill>
            <a:schemeClr val="bg2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1200" kern="0" dirty="0">
                <a:latin typeface="Tahoma"/>
                <a:cs typeface="Tahoma" pitchFamily="34" charset="0"/>
              </a:rPr>
              <a:t>舒适制动退出后，</a:t>
            </a:r>
            <a:r>
              <a:rPr lang="en-US" altLang="zh-CN" sz="1200" kern="0" dirty="0" err="1">
                <a:latin typeface="Tahoma"/>
                <a:cs typeface="Tahoma" pitchFamily="34" charset="0"/>
              </a:rPr>
              <a:t>EHBi</a:t>
            </a:r>
            <a:r>
              <a:rPr lang="en-US" altLang="zh-CN" sz="1200" kern="0" dirty="0">
                <a:latin typeface="Tahoma"/>
                <a:cs typeface="Tahoma" pitchFamily="34" charset="0"/>
              </a:rPr>
              <a:t>/EMB </a:t>
            </a:r>
            <a:r>
              <a:rPr lang="zh-CN" altLang="en-US" sz="1200" kern="0" dirty="0">
                <a:latin typeface="Tahoma"/>
                <a:cs typeface="Tahoma" pitchFamily="34" charset="0"/>
              </a:rPr>
              <a:t>需要建压保证车辆驻车功能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C6CFB948-3691-86B3-5489-80B49531A7DC}"/>
              </a:ext>
            </a:extLst>
          </p:cNvPr>
          <p:cNvCxnSpPr>
            <a:cxnSpLocks/>
          </p:cNvCxnSpPr>
          <p:nvPr/>
        </p:nvCxnSpPr>
        <p:spPr>
          <a:xfrm flipH="1" flipV="1">
            <a:off x="5823123" y="4324521"/>
            <a:ext cx="224172" cy="6179"/>
          </a:xfrm>
          <a:prstGeom prst="line">
            <a:avLst/>
          </a:prstGeom>
          <a:noFill/>
          <a:ln w="6350" cap="rnd" cmpd="sng" algn="ctr">
            <a:solidFill>
              <a:srgbClr val="00B050"/>
            </a:solidFill>
            <a:prstDash val="solid"/>
            <a:round/>
          </a:ln>
          <a:effectLst/>
        </p:spPr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20E5AEE-2872-8D22-0EC9-BAB3193C5D7B}"/>
              </a:ext>
            </a:extLst>
          </p:cNvPr>
          <p:cNvCxnSpPr/>
          <p:nvPr/>
        </p:nvCxnSpPr>
        <p:spPr>
          <a:xfrm>
            <a:off x="2850050" y="1123025"/>
            <a:ext cx="3201015" cy="0"/>
          </a:xfrm>
          <a:prstGeom prst="straightConnector1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689F1C68-16F1-7739-536C-2D39B3FF8588}"/>
              </a:ext>
            </a:extLst>
          </p:cNvPr>
          <p:cNvCxnSpPr>
            <a:cxnSpLocks/>
          </p:cNvCxnSpPr>
          <p:nvPr/>
        </p:nvCxnSpPr>
        <p:spPr>
          <a:xfrm>
            <a:off x="5823123" y="1217141"/>
            <a:ext cx="2619541" cy="0"/>
          </a:xfrm>
          <a:prstGeom prst="straightConnector1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D2B45789-31EE-8FCE-E341-6CC94880DB63}"/>
              </a:ext>
            </a:extLst>
          </p:cNvPr>
          <p:cNvCxnSpPr>
            <a:cxnSpLocks/>
          </p:cNvCxnSpPr>
          <p:nvPr/>
        </p:nvCxnSpPr>
        <p:spPr>
          <a:xfrm>
            <a:off x="550526" y="1123025"/>
            <a:ext cx="2272573" cy="0"/>
          </a:xfrm>
          <a:prstGeom prst="straightConnector1">
            <a:avLst/>
          </a:prstGeom>
          <a:noFill/>
          <a:ln w="6350" cap="rnd" cmpd="sng" algn="ctr">
            <a:solidFill>
              <a:schemeClr val="bg2"/>
            </a:solidFill>
            <a:prstDash val="solid"/>
            <a:round/>
            <a:headEnd type="triangle" w="med" len="med"/>
            <a:tailEnd type="triangle" w="med" len="med"/>
          </a:ln>
          <a:effectLst/>
        </p:spPr>
      </p:cxnSp>
      <p:cxnSp>
        <p:nvCxnSpPr>
          <p:cNvPr id="20" name="Gerader Verbinder 49">
            <a:extLst>
              <a:ext uri="{FF2B5EF4-FFF2-40B4-BE49-F238E27FC236}">
                <a16:creationId xmlns:a16="http://schemas.microsoft.com/office/drawing/2014/main" id="{67038E8E-631D-B828-B4CF-D5C81D187071}"/>
              </a:ext>
            </a:extLst>
          </p:cNvPr>
          <p:cNvCxnSpPr>
            <a:cxnSpLocks/>
          </p:cNvCxnSpPr>
          <p:nvPr/>
        </p:nvCxnSpPr>
        <p:spPr>
          <a:xfrm flipH="1" flipV="1">
            <a:off x="2841059" y="4036558"/>
            <a:ext cx="2988000" cy="9594"/>
          </a:xfrm>
          <a:prstGeom prst="line">
            <a:avLst/>
          </a:prstGeom>
          <a:noFill/>
          <a:ln w="6350" cap="rnd" cmpd="sng" algn="ctr">
            <a:solidFill>
              <a:srgbClr val="00B050"/>
            </a:solidFill>
            <a:prstDash val="solid"/>
            <a:round/>
          </a:ln>
          <a:effectLst/>
        </p:spPr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F2929FFE-3DC5-9A91-BC8B-B96DBCA9C9AC}"/>
              </a:ext>
            </a:extLst>
          </p:cNvPr>
          <p:cNvSpPr txBox="1"/>
          <p:nvPr/>
        </p:nvSpPr>
        <p:spPr>
          <a:xfrm>
            <a:off x="3134670" y="3836957"/>
            <a:ext cx="2403981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扭矩控制模式 </a:t>
            </a:r>
            <a:r>
              <a:rPr kumimoji="0" lang="en-US" altLang="zh-CN" sz="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TarRegTrqCtrlRqst</a:t>
            </a:r>
            <a:r>
              <a:rPr kumimoji="0" lang="en-US" altLang="zh-CN" sz="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= Request</a:t>
            </a:r>
            <a:endParaRPr kumimoji="0" lang="zh-CN" altLang="en-US" sz="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3435069-C46B-EB8B-143F-F3939656B4C9}"/>
              </a:ext>
            </a:extLst>
          </p:cNvPr>
          <p:cNvSpPr txBox="1"/>
          <p:nvPr/>
        </p:nvSpPr>
        <p:spPr>
          <a:xfrm>
            <a:off x="6149391" y="4275321"/>
            <a:ext cx="2027958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转速控制模式 </a:t>
            </a:r>
            <a:r>
              <a:rPr kumimoji="0" lang="en-US" altLang="zh-CN" sz="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TarRpmCtrlRqst</a:t>
            </a:r>
            <a:r>
              <a:rPr kumimoji="0" lang="en-US" altLang="zh-CN" sz="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= Request</a:t>
            </a:r>
            <a:endParaRPr kumimoji="0" lang="zh-CN" altLang="en-US" sz="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48" name="Sprechblase: rechteckig 48">
            <a:extLst>
              <a:ext uri="{FF2B5EF4-FFF2-40B4-BE49-F238E27FC236}">
                <a16:creationId xmlns:a16="http://schemas.microsoft.com/office/drawing/2014/main" id="{F33462F3-3C88-20F0-79FB-4406EE1D6BA3}"/>
              </a:ext>
            </a:extLst>
          </p:cNvPr>
          <p:cNvSpPr/>
          <p:nvPr/>
        </p:nvSpPr>
        <p:spPr>
          <a:xfrm>
            <a:off x="6701499" y="2614165"/>
            <a:ext cx="1658260" cy="612648"/>
          </a:xfrm>
          <a:prstGeom prst="wedgeRectCallout">
            <a:avLst>
              <a:gd name="adj1" fmla="val -97675"/>
              <a:gd name="adj2" fmla="val 130101"/>
            </a:avLst>
          </a:prstGeom>
          <a:solidFill>
            <a:schemeClr val="bg2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1200" kern="0" dirty="0">
                <a:latin typeface="Tahoma"/>
                <a:cs typeface="Tahoma" pitchFamily="34" charset="0"/>
              </a:rPr>
              <a:t>舒适制动转速目标</a:t>
            </a:r>
            <a:r>
              <a:rPr lang="en-US" altLang="zh-CN" sz="1200" kern="0" dirty="0">
                <a:latin typeface="Tahoma"/>
                <a:cs typeface="Tahoma" pitchFamily="34" charset="0"/>
              </a:rPr>
              <a:t>=0 </a:t>
            </a:r>
            <a:r>
              <a:rPr lang="zh-CN" altLang="en-US" sz="1200" kern="0" dirty="0">
                <a:latin typeface="Tahoma"/>
                <a:cs typeface="Tahoma" pitchFamily="34" charset="0"/>
              </a:rPr>
              <a:t>需要电机保证车辆静止。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  <p:sp>
        <p:nvSpPr>
          <p:cNvPr id="51" name="Sprechblase: rechteckig 29">
            <a:extLst>
              <a:ext uri="{FF2B5EF4-FFF2-40B4-BE49-F238E27FC236}">
                <a16:creationId xmlns:a16="http://schemas.microsoft.com/office/drawing/2014/main" id="{E8C2FC40-430F-9236-955D-E883EAA8492C}"/>
              </a:ext>
            </a:extLst>
          </p:cNvPr>
          <p:cNvSpPr/>
          <p:nvPr/>
        </p:nvSpPr>
        <p:spPr>
          <a:xfrm>
            <a:off x="1769563" y="4155011"/>
            <a:ext cx="2933065" cy="332487"/>
          </a:xfrm>
          <a:prstGeom prst="wedgeRectCallout">
            <a:avLst>
              <a:gd name="adj1" fmla="val 28986"/>
              <a:gd name="adj2" fmla="val -95232"/>
            </a:avLst>
          </a:prstGeom>
          <a:solidFill>
            <a:schemeClr val="bg2"/>
          </a:solidFill>
          <a:ln w="127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Tahoma"/>
                <a:ea typeface="+mn-ea"/>
                <a:cs typeface="Tahoma" pitchFamily="34" charset="0"/>
              </a:rPr>
              <a:t>此时电制动请求有效</a:t>
            </a:r>
            <a:endParaRPr kumimoji="0" lang="de-DE" sz="12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Tahoma"/>
              <a:ea typeface="+mn-ea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81621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WNOCDCHECK" val="-1"/>
</p:tagLst>
</file>

<file path=ppt/theme/theme1.xml><?xml version="1.0" encoding="utf-8"?>
<a:theme xmlns:a="http://schemas.openxmlformats.org/drawingml/2006/main" name="ZF AG">
  <a:themeElements>
    <a:clrScheme name="Benutzerdefiniert 3">
      <a:dk1>
        <a:srgbClr val="000000"/>
      </a:dk1>
      <a:lt1>
        <a:srgbClr val="FFFFFF"/>
      </a:lt1>
      <a:dk2>
        <a:srgbClr val="00ABE7"/>
      </a:dk2>
      <a:lt2>
        <a:srgbClr val="ACBBC5"/>
      </a:lt2>
      <a:accent1>
        <a:srgbClr val="768E9F"/>
      </a:accent1>
      <a:accent2>
        <a:srgbClr val="93D5F6"/>
      </a:accent2>
      <a:accent3>
        <a:srgbClr val="CEEBFC"/>
      </a:accent3>
      <a:accent4>
        <a:srgbClr val="475968"/>
      </a:accent4>
      <a:accent5>
        <a:srgbClr val="0057B7"/>
      </a:accent5>
      <a:accent6>
        <a:srgbClr val="2EBEEF"/>
      </a:accent6>
      <a:hlink>
        <a:srgbClr val="0057B7"/>
      </a:hlink>
      <a:folHlink>
        <a:srgbClr val="768E9F"/>
      </a:folHlink>
    </a:clrScheme>
    <a:fontScheme name="© ZF Friedrichshafen AG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 w="12700" cap="flat" cmpd="sng" algn="ctr">
          <a:noFill/>
          <a:prstDash val="solid"/>
        </a:ln>
        <a:effectLst/>
      </a:spPr>
      <a:bodyPr rot="0" spcFirstLastPara="0" vertOverflow="overflow" horzOverflow="overflow" vert="horz" wrap="square" lIns="90000" tIns="90000" rIns="90000" bIns="900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00000"/>
          </a:lnSpc>
          <a:spcBef>
            <a:spcPts val="0"/>
          </a:spcBef>
          <a:spcAft>
            <a:spcPct val="0"/>
          </a:spcAft>
          <a:buClrTx/>
          <a:buSzTx/>
          <a:buFontTx/>
          <a:buNone/>
          <a:tabLst/>
          <a:defRPr kumimoji="0" sz="1200" b="0" i="0" u="none" strike="noStrike" kern="0" cap="none" spc="0" normalizeH="0" baseline="0" noProof="0" dirty="0" err="1" smtClean="0">
            <a:ln>
              <a:noFill/>
            </a:ln>
            <a:effectLst/>
            <a:uLnTx/>
            <a:uFillTx/>
            <a:latin typeface="Tahoma"/>
            <a:ea typeface="+mn-ea"/>
            <a:cs typeface="Tahoma" pitchFamily="34" charset="0"/>
          </a:defRPr>
        </a:defPPr>
      </a:lstStyle>
    </a:spDef>
    <a:lnDef>
      <a:spPr>
        <a:noFill/>
        <a:ln w="6350" cap="rnd" cmpd="sng" algn="ctr">
          <a:solidFill>
            <a:schemeClr val="bg2"/>
          </a:solidFill>
          <a:prstDash val="solid"/>
          <a:round/>
        </a:ln>
        <a:effectLst/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marL="0" marR="0" indent="0" defTabSz="914400" eaLnBrk="1" fontAlgn="base" latinLnBrk="0" hangingPunct="1">
          <a:lnSpc>
            <a:spcPct val="100000"/>
          </a:lnSpc>
          <a:spcBef>
            <a:spcPts val="0"/>
          </a:spcBef>
          <a:spcAft>
            <a:spcPct val="0"/>
          </a:spcAft>
          <a:buClrTx/>
          <a:buSzTx/>
          <a:buFontTx/>
          <a:buNone/>
          <a:tabLst/>
          <a:defRPr kumimoji="0" sz="12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</a:defRPr>
        </a:defPPr>
      </a:lstStyle>
    </a:txDef>
  </a:objectDefaults>
  <a:extraClrSchemeLst/>
  <a:custClrLst>
    <a:custClr name="ZF Cyan 100%">
      <a:srgbClr val="00ABE7"/>
    </a:custClr>
    <a:custClr name="ZF Cyan 75%">
      <a:srgbClr val="2EBEEF"/>
    </a:custClr>
    <a:custClr name="ZF Cyan 50%">
      <a:srgbClr val="93D5F6"/>
    </a:custClr>
    <a:custClr name="ZF Cyan 25%">
      <a:srgbClr val="CEEBFC"/>
    </a:custClr>
    <a:custClr>
      <a:srgbClr val="FFFFFF"/>
    </a:custClr>
    <a:custClr name="ZF Blue / 1. Step color gradient">
      <a:srgbClr val="0057B7"/>
    </a:custClr>
    <a:custClr name="ZF Dark Blue / 2. Step color gradient">
      <a:srgbClr val="000828"/>
    </a:custClr>
    <a:custClr name="ZF Middle Blue">
      <a:srgbClr val="00265F"/>
    </a:custClr>
    <a:custClr>
      <a:srgbClr val="FFFFFF"/>
    </a:custClr>
    <a:custClr name="ZF Red">
      <a:srgbClr val="E52330"/>
    </a:custClr>
    <a:custClr name="ZF Black 100%">
      <a:srgbClr val="000000"/>
    </a:custClr>
    <a:custClr name="ZF Gray 800">
      <a:srgbClr val="475968"/>
    </a:custClr>
    <a:custClr name="ZF Gray 500">
      <a:srgbClr val="768E9F"/>
    </a:custClr>
    <a:custClr name="ZF Gray 300">
      <a:srgbClr val="ACBBC5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 name="ZF Aqua 100% (Chart color)">
      <a:srgbClr val="00A7AB"/>
    </a:custClr>
    <a:custClr name="ZF Aqua 50% (Chart color)">
      <a:srgbClr val="A2D3D6"/>
    </a:custClr>
    <a:custClr name="ZF Purple 100% (Chart color)">
      <a:srgbClr val="524E9C"/>
    </a:custClr>
    <a:custClr name="ZF Purple 50% (Chart color)">
      <a:srgbClr val="A6A1D0"/>
    </a:custClr>
    <a:custClr name="ZF Orange 100% (Chart color)">
      <a:srgbClr val="F28A3D"/>
    </a:custClr>
    <a:custClr name="ZF Orange 50% (Chart color)">
      <a:srgbClr val="FAC89F"/>
    </a:custClr>
  </a:custClrLst>
  <a:extLst>
    <a:ext uri="{05A4C25C-085E-4340-85A3-A5531E510DB2}">
      <thm15:themeFamily xmlns:thm15="http://schemas.microsoft.com/office/thememl/2012/main" name="master_zf.potx" id="{0C20BA16-1FCA-489C-8054-EED9591F7A61}" vid="{2BC6EB19-77C4-4617-9BC8-50CED133014D}"/>
    </a:ext>
  </a:extLst>
</a:theme>
</file>

<file path=ppt/theme/theme2.xml><?xml version="1.0" encoding="utf-8"?>
<a:theme xmlns:a="http://schemas.openxmlformats.org/drawingml/2006/main" name="Larissa">
  <a:themeElements>
    <a:clrScheme name="© ZF Friedrichshafen AG">
      <a:dk1>
        <a:srgbClr val="000000"/>
      </a:dk1>
      <a:lt1>
        <a:srgbClr val="FFFFFF"/>
      </a:lt1>
      <a:dk2>
        <a:srgbClr val="00ABE7"/>
      </a:dk2>
      <a:lt2>
        <a:srgbClr val="BFBFBF"/>
      </a:lt2>
      <a:accent1>
        <a:srgbClr val="7FA5BC"/>
      </a:accent1>
      <a:accent2>
        <a:srgbClr val="7FD5F3"/>
      </a:accent2>
      <a:accent3>
        <a:srgbClr val="BFEAF9"/>
      </a:accent3>
      <a:accent4>
        <a:srgbClr val="004D7A"/>
      </a:accent4>
      <a:accent5>
        <a:srgbClr val="1179BF"/>
      </a:accent5>
      <a:accent6>
        <a:srgbClr val="81BCDF"/>
      </a:accent6>
      <a:hlink>
        <a:srgbClr val="00ABE7"/>
      </a:hlink>
      <a:folHlink>
        <a:srgbClr val="7FD5F3"/>
      </a:folHlink>
    </a:clrScheme>
    <a:fontScheme name="© ZF Friedrichshafen AG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© ZF Friedrichshafen AG">
      <a:dk1>
        <a:srgbClr val="000000"/>
      </a:dk1>
      <a:lt1>
        <a:srgbClr val="FFFFFF"/>
      </a:lt1>
      <a:dk2>
        <a:srgbClr val="00ABE7"/>
      </a:dk2>
      <a:lt2>
        <a:srgbClr val="BFBFBF"/>
      </a:lt2>
      <a:accent1>
        <a:srgbClr val="7FA5BC"/>
      </a:accent1>
      <a:accent2>
        <a:srgbClr val="7FD5F3"/>
      </a:accent2>
      <a:accent3>
        <a:srgbClr val="BFEAF9"/>
      </a:accent3>
      <a:accent4>
        <a:srgbClr val="004D7A"/>
      </a:accent4>
      <a:accent5>
        <a:srgbClr val="1179BF"/>
      </a:accent5>
      <a:accent6>
        <a:srgbClr val="81BCDF"/>
      </a:accent6>
      <a:hlink>
        <a:srgbClr val="00ABE7"/>
      </a:hlink>
      <a:folHlink>
        <a:srgbClr val="7FD5F3"/>
      </a:folHlink>
    </a:clrScheme>
    <a:fontScheme name="© ZF Friedrichshafen AG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ecdb93-bc7f-4438-8c77-236ab96c18a9" xsi:nil="true"/>
    <lcf76f155ced4ddcb4097134ff3c332f xmlns="455088e1-af34-4927-a3f0-bdce59540293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ECDE3992A08C4AB27EAAF617A05967" ma:contentTypeVersion="12" ma:contentTypeDescription="Create a new document." ma:contentTypeScope="" ma:versionID="6030d3fe49356aaef09cec4ad8e6441b">
  <xsd:schema xmlns:xsd="http://www.w3.org/2001/XMLSchema" xmlns:xs="http://www.w3.org/2001/XMLSchema" xmlns:p="http://schemas.microsoft.com/office/2006/metadata/properties" xmlns:ns2="455088e1-af34-4927-a3f0-bdce59540293" xmlns:ns3="f4ecdb93-bc7f-4438-8c77-236ab96c18a9" targetNamespace="http://schemas.microsoft.com/office/2006/metadata/properties" ma:root="true" ma:fieldsID="39cc5a898485895145ac9f4685282a2b" ns2:_="" ns3:_="">
    <xsd:import namespace="455088e1-af34-4927-a3f0-bdce59540293"/>
    <xsd:import namespace="f4ecdb93-bc7f-4438-8c77-236ab96c18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5088e1-af34-4927-a3f0-bdce59540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1535f45-074a-4eaf-b5ce-0ad645dc027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ecdb93-bc7f-4438-8c77-236ab96c18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8791390-06cd-44ed-84f9-ca1c8568e0c9}" ma:internalName="TaxCatchAll" ma:showField="CatchAllData" ma:web="f4ecdb93-bc7f-4438-8c77-236ab96c18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B35380E-1B53-4838-81C3-2AB9939B6FC6}">
  <ds:schemaRefs>
    <ds:schemaRef ds:uri="http://schemas.microsoft.com/office/2006/metadata/properties"/>
    <ds:schemaRef ds:uri="http://schemas.microsoft.com/office/infopath/2007/PartnerControls"/>
    <ds:schemaRef ds:uri="f4ecdb93-bc7f-4438-8c77-236ab96c18a9"/>
    <ds:schemaRef ds:uri="455088e1-af34-4927-a3f0-bdce59540293"/>
  </ds:schemaRefs>
</ds:datastoreItem>
</file>

<file path=customXml/itemProps2.xml><?xml version="1.0" encoding="utf-8"?>
<ds:datastoreItem xmlns:ds="http://schemas.openxmlformats.org/officeDocument/2006/customXml" ds:itemID="{DDA0BA8E-434D-48CF-8C42-C96ADE6F01B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578DCF-6921-4DC0-9B5C-39F962B101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55088e1-af34-4927-a3f0-bdce59540293"/>
    <ds:schemaRef ds:uri="f4ecdb93-bc7f-4438-8c77-236ab96c18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228</Words>
  <Application>Microsoft Office PowerPoint</Application>
  <PresentationFormat>全屏显示(16:9)</PresentationFormat>
  <Paragraphs>56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Tahoma</vt:lpstr>
      <vt:lpstr>ZF AG</vt:lpstr>
      <vt:lpstr>CST Logic</vt:lpstr>
      <vt:lpstr>normal CST Scenario</vt:lpstr>
      <vt:lpstr>normal CST Scenario</vt:lpstr>
      <vt:lpstr>normal CST Scenario</vt:lpstr>
    </vt:vector>
  </TitlesOfParts>
  <Company>ZF Active Safety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Broetz Nicolas Dr. KBL DIRDC2</dc:creator>
  <cp:lastModifiedBy>Yang Zhen SGH CDAY223</cp:lastModifiedBy>
  <cp:revision>3</cp:revision>
  <cp:lastPrinted>2022-11-09T16:26:39Z</cp:lastPrinted>
  <dcterms:created xsi:type="dcterms:W3CDTF">2025-11-12T11:32:09Z</dcterms:created>
  <dcterms:modified xsi:type="dcterms:W3CDTF">2026-03-10T08:05:52Z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w_Agenda_1">
    <vt:lpwstr>Lorem ipsum dolor sit amet</vt:lpwstr>
  </property>
  <property fmtid="{D5CDD505-2E9C-101B-9397-08002B2CF9AE}" pid="3" name="tw_Agenda_2">
    <vt:lpwstr/>
  </property>
  <property fmtid="{D5CDD505-2E9C-101B-9397-08002B2CF9AE}" pid="4" name="tw_Agenda_3">
    <vt:lpwstr/>
  </property>
  <property fmtid="{D5CDD505-2E9C-101B-9397-08002B2CF9AE}" pid="5" name="tw_Agenda_4">
    <vt:lpwstr/>
  </property>
  <property fmtid="{D5CDD505-2E9C-101B-9397-08002B2CF9AE}" pid="6" name="tw_Agenda_5">
    <vt:lpwstr/>
  </property>
  <property fmtid="{D5CDD505-2E9C-101B-9397-08002B2CF9AE}" pid="7" name="tw_Agenda_6">
    <vt:lpwstr/>
  </property>
  <property fmtid="{D5CDD505-2E9C-101B-9397-08002B2CF9AE}" pid="8" name="tw_Agenda_7">
    <vt:lpwstr/>
  </property>
  <property fmtid="{D5CDD505-2E9C-101B-9397-08002B2CF9AE}" pid="9" name="tw_Agenda_8">
    <vt:lpwstr/>
  </property>
  <property fmtid="{D5CDD505-2E9C-101B-9397-08002B2CF9AE}" pid="10" name="tw_Agenda_9">
    <vt:lpwstr/>
  </property>
  <property fmtid="{D5CDD505-2E9C-101B-9397-08002B2CF9AE}" pid="11" name="tw_Agenda_10">
    <vt:lpwstr/>
  </property>
  <property fmtid="{D5CDD505-2E9C-101B-9397-08002B2CF9AE}" pid="12" name="tw_Agenda_11">
    <vt:lpwstr/>
  </property>
  <property fmtid="{D5CDD505-2E9C-101B-9397-08002B2CF9AE}" pid="13" name="tw_Agenda_12">
    <vt:lpwstr/>
  </property>
  <property fmtid="{D5CDD505-2E9C-101B-9397-08002B2CF9AE}" pid="14" name="ContentTypeId">
    <vt:lpwstr>0x010100F4ECDE3992A08C4AB27EAAF617A05967</vt:lpwstr>
  </property>
  <property fmtid="{D5CDD505-2E9C-101B-9397-08002B2CF9AE}" pid="15" name="MSIP_Label_7294a1c8-9899-41e7-8f6e-8b1b3c79592a_Enabled">
    <vt:lpwstr>true</vt:lpwstr>
  </property>
  <property fmtid="{D5CDD505-2E9C-101B-9397-08002B2CF9AE}" pid="16" name="MSIP_Label_7294a1c8-9899-41e7-8f6e-8b1b3c79592a_SetDate">
    <vt:lpwstr>2025-11-12T11:46:49Z</vt:lpwstr>
  </property>
  <property fmtid="{D5CDD505-2E9C-101B-9397-08002B2CF9AE}" pid="17" name="MSIP_Label_7294a1c8-9899-41e7-8f6e-8b1b3c79592a_Method">
    <vt:lpwstr>Privileged</vt:lpwstr>
  </property>
  <property fmtid="{D5CDD505-2E9C-101B-9397-08002B2CF9AE}" pid="18" name="MSIP_Label_7294a1c8-9899-41e7-8f6e-8b1b3c79592a_Name">
    <vt:lpwstr>Internal sub2 (no marking)</vt:lpwstr>
  </property>
  <property fmtid="{D5CDD505-2E9C-101B-9397-08002B2CF9AE}" pid="19" name="MSIP_Label_7294a1c8-9899-41e7-8f6e-8b1b3c79592a_SiteId">
    <vt:lpwstr>eb70b763-b6d7-4486-8555-8831709a784e</vt:lpwstr>
  </property>
  <property fmtid="{D5CDD505-2E9C-101B-9397-08002B2CF9AE}" pid="20" name="MSIP_Label_7294a1c8-9899-41e7-8f6e-8b1b3c79592a_ActionId">
    <vt:lpwstr>32ddd41e-cf12-4524-bb3d-d376f710a0e0</vt:lpwstr>
  </property>
  <property fmtid="{D5CDD505-2E9C-101B-9397-08002B2CF9AE}" pid="21" name="MSIP_Label_7294a1c8-9899-41e7-8f6e-8b1b3c79592a_ContentBits">
    <vt:lpwstr>0</vt:lpwstr>
  </property>
  <property fmtid="{D5CDD505-2E9C-101B-9397-08002B2CF9AE}" pid="22" name="MSIP_Label_7294a1c8-9899-41e7-8f6e-8b1b3c79592a_Tag">
    <vt:lpwstr>10, 0, 1, 1</vt:lpwstr>
  </property>
  <property fmtid="{D5CDD505-2E9C-101B-9397-08002B2CF9AE}" pid="23" name="MediaServiceImageTags">
    <vt:lpwstr/>
  </property>
</Properties>
</file>