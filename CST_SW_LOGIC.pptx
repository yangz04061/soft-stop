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3" r:id="rId6"/>
    <p:sldId id="257" r:id="rId7"/>
    <p:sldId id="262" r:id="rId8"/>
    <p:sldId id="258" r:id="rId9"/>
    <p:sldId id="259" r:id="rId10"/>
    <p:sldId id="260" r:id="rId11"/>
    <p:sldId id="271" r:id="rId12"/>
    <p:sldId id="272" r:id="rId13"/>
    <p:sldId id="273" r:id="rId14"/>
    <p:sldId id="267" r:id="rId15"/>
    <p:sldId id="269" r:id="rId16"/>
    <p:sldId id="270" r:id="rId17"/>
    <p:sldId id="261" r:id="rId18"/>
    <p:sldId id="265" r:id="rId19"/>
    <p:sldId id="266" r:id="rId20"/>
    <p:sldId id="264" r:id="rId21"/>
    <p:sldId id="268"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DAA4E4-5E95-4661-8A43-30E8CE3BBDF7}" v="186" dt="2026-02-28T06:46:05.1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Zhen SGH CDAY223" userId="58c6818a-3577-4ae3-8238-bcb4cc81b368" providerId="ADAL" clId="{94E55D7E-E006-4ECA-B96D-2DC775A8F0D2}"/>
    <pc:docChg chg="custSel addSld modSld">
      <pc:chgData name="Yang Zhen SGH CDAY223" userId="58c6818a-3577-4ae3-8238-bcb4cc81b368" providerId="ADAL" clId="{94E55D7E-E006-4ECA-B96D-2DC775A8F0D2}" dt="2026-01-15T07:10:33.126" v="551" actId="20577"/>
      <pc:docMkLst>
        <pc:docMk/>
      </pc:docMkLst>
      <pc:sldChg chg="addSp modSp mod">
        <pc:chgData name="Yang Zhen SGH CDAY223" userId="58c6818a-3577-4ae3-8238-bcb4cc81b368" providerId="ADAL" clId="{94E55D7E-E006-4ECA-B96D-2DC775A8F0D2}" dt="2026-01-15T06:57:34.535" v="66"/>
        <pc:sldMkLst>
          <pc:docMk/>
          <pc:sldMk cId="2803374003" sldId="267"/>
        </pc:sldMkLst>
      </pc:sldChg>
      <pc:sldChg chg="addSp delSp modSp new mod">
        <pc:chgData name="Yang Zhen SGH CDAY223" userId="58c6818a-3577-4ae3-8238-bcb4cc81b368" providerId="ADAL" clId="{94E55D7E-E006-4ECA-B96D-2DC775A8F0D2}" dt="2026-01-15T07:10:33.126" v="551" actId="20577"/>
        <pc:sldMkLst>
          <pc:docMk/>
          <pc:sldMk cId="1668831971" sldId="269"/>
        </pc:sldMkLst>
      </pc:sldChg>
    </pc:docChg>
  </pc:docChgLst>
  <pc:docChgLst>
    <pc:chgData name="Yang Zhen SGH CDAY223" userId="58c6818a-3577-4ae3-8238-bcb4cc81b368" providerId="ADAL" clId="{EE1ACBB5-A9FE-4053-8782-B562C5EEF7E5}"/>
    <pc:docChg chg="custSel addSld modSld">
      <pc:chgData name="Yang Zhen SGH CDAY223" userId="58c6818a-3577-4ae3-8238-bcb4cc81b368" providerId="ADAL" clId="{EE1ACBB5-A9FE-4053-8782-B562C5EEF7E5}" dt="2025-10-20T07:36:26.742" v="1146" actId="1076"/>
      <pc:docMkLst>
        <pc:docMk/>
      </pc:docMkLst>
      <pc:sldChg chg="addSp delSp modSp new mod">
        <pc:chgData name="Yang Zhen SGH CDAY223" userId="58c6818a-3577-4ae3-8238-bcb4cc81b368" providerId="ADAL" clId="{EE1ACBB5-A9FE-4053-8782-B562C5EEF7E5}" dt="2025-10-16T07:08:52.317" v="86" actId="404"/>
        <pc:sldMkLst>
          <pc:docMk/>
          <pc:sldMk cId="16760077" sldId="256"/>
        </pc:sldMkLst>
      </pc:sldChg>
      <pc:sldChg chg="addSp delSp modSp new mod">
        <pc:chgData name="Yang Zhen SGH CDAY223" userId="58c6818a-3577-4ae3-8238-bcb4cc81b368" providerId="ADAL" clId="{EE1ACBB5-A9FE-4053-8782-B562C5EEF7E5}" dt="2025-10-16T09:41:24.319" v="350" actId="14100"/>
        <pc:sldMkLst>
          <pc:docMk/>
          <pc:sldMk cId="649966828" sldId="257"/>
        </pc:sldMkLst>
      </pc:sldChg>
      <pc:sldChg chg="addSp delSp modSp new mod">
        <pc:chgData name="Yang Zhen SGH CDAY223" userId="58c6818a-3577-4ae3-8238-bcb4cc81b368" providerId="ADAL" clId="{EE1ACBB5-A9FE-4053-8782-B562C5EEF7E5}" dt="2025-10-20T07:36:26.742" v="1146" actId="1076"/>
        <pc:sldMkLst>
          <pc:docMk/>
          <pc:sldMk cId="2145895747" sldId="258"/>
        </pc:sldMkLst>
      </pc:sldChg>
      <pc:sldChg chg="addSp delSp modSp new mod">
        <pc:chgData name="Yang Zhen SGH CDAY223" userId="58c6818a-3577-4ae3-8238-bcb4cc81b368" providerId="ADAL" clId="{EE1ACBB5-A9FE-4053-8782-B562C5EEF7E5}" dt="2025-10-16T08:01:29.012" v="286" actId="14100"/>
        <pc:sldMkLst>
          <pc:docMk/>
          <pc:sldMk cId="3657958830" sldId="259"/>
        </pc:sldMkLst>
      </pc:sldChg>
      <pc:sldChg chg="addSp delSp modSp new mod">
        <pc:chgData name="Yang Zhen SGH CDAY223" userId="58c6818a-3577-4ae3-8238-bcb4cc81b368" providerId="ADAL" clId="{EE1ACBB5-A9FE-4053-8782-B562C5EEF7E5}" dt="2025-10-16T09:23:47.427" v="297" actId="1076"/>
        <pc:sldMkLst>
          <pc:docMk/>
          <pc:sldMk cId="66009995" sldId="260"/>
        </pc:sldMkLst>
      </pc:sldChg>
      <pc:sldChg chg="addSp delSp modSp new mod">
        <pc:chgData name="Yang Zhen SGH CDAY223" userId="58c6818a-3577-4ae3-8238-bcb4cc81b368" providerId="ADAL" clId="{EE1ACBB5-A9FE-4053-8782-B562C5EEF7E5}" dt="2025-10-17T03:53:59.908" v="1141" actId="1076"/>
        <pc:sldMkLst>
          <pc:docMk/>
          <pc:sldMk cId="3953643888" sldId="261"/>
        </pc:sldMkLst>
      </pc:sldChg>
      <pc:sldChg chg="addSp delSp modSp new mod">
        <pc:chgData name="Yang Zhen SGH CDAY223" userId="58c6818a-3577-4ae3-8238-bcb4cc81b368" providerId="ADAL" clId="{EE1ACBB5-A9FE-4053-8782-B562C5EEF7E5}" dt="2025-10-16T09:41:40.604" v="358" actId="14100"/>
        <pc:sldMkLst>
          <pc:docMk/>
          <pc:sldMk cId="675202998" sldId="262"/>
        </pc:sldMkLst>
      </pc:sldChg>
      <pc:sldChg chg="addSp delSp modSp new mod">
        <pc:chgData name="Yang Zhen SGH CDAY223" userId="58c6818a-3577-4ae3-8238-bcb4cc81b368" providerId="ADAL" clId="{EE1ACBB5-A9FE-4053-8782-B562C5EEF7E5}" dt="2025-10-16T09:41:07.879" v="342" actId="14100"/>
        <pc:sldMkLst>
          <pc:docMk/>
          <pc:sldMk cId="3674193532" sldId="263"/>
        </pc:sldMkLst>
      </pc:sldChg>
      <pc:sldChg chg="addSp delSp modSp new mod">
        <pc:chgData name="Yang Zhen SGH CDAY223" userId="58c6818a-3577-4ae3-8238-bcb4cc81b368" providerId="ADAL" clId="{EE1ACBB5-A9FE-4053-8782-B562C5EEF7E5}" dt="2025-10-17T04:31:43.470" v="1142"/>
        <pc:sldMkLst>
          <pc:docMk/>
          <pc:sldMk cId="4008267238" sldId="264"/>
        </pc:sldMkLst>
      </pc:sldChg>
      <pc:sldChg chg="addSp delSp modSp new mod">
        <pc:chgData name="Yang Zhen SGH CDAY223" userId="58c6818a-3577-4ae3-8238-bcb4cc81b368" providerId="ADAL" clId="{EE1ACBB5-A9FE-4053-8782-B562C5EEF7E5}" dt="2025-10-17T03:44:34.242" v="914" actId="20577"/>
        <pc:sldMkLst>
          <pc:docMk/>
          <pc:sldMk cId="4156273362" sldId="265"/>
        </pc:sldMkLst>
      </pc:sldChg>
      <pc:sldChg chg="addSp delSp modSp new mod">
        <pc:chgData name="Yang Zhen SGH CDAY223" userId="58c6818a-3577-4ae3-8238-bcb4cc81b368" providerId="ADAL" clId="{EE1ACBB5-A9FE-4053-8782-B562C5EEF7E5}" dt="2025-10-17T03:48:57.989" v="1058"/>
        <pc:sldMkLst>
          <pc:docMk/>
          <pc:sldMk cId="390256575" sldId="266"/>
        </pc:sldMkLst>
      </pc:sldChg>
    </pc:docChg>
  </pc:docChgLst>
  <pc:docChgLst>
    <pc:chgData name="Yang Zhen SGH CDAY223" userId="58c6818a-3577-4ae3-8238-bcb4cc81b368" providerId="ADAL" clId="{E5B87FA9-3427-4478-9B82-EBD6E6AA76F8}"/>
    <pc:docChg chg="custSel addSld modSld">
      <pc:chgData name="Yang Zhen SGH CDAY223" userId="58c6818a-3577-4ae3-8238-bcb4cc81b368" providerId="ADAL" clId="{E5B87FA9-3427-4478-9B82-EBD6E6AA76F8}" dt="2025-12-18T02:02:12.082" v="77" actId="14100"/>
      <pc:docMkLst>
        <pc:docMk/>
      </pc:docMkLst>
      <pc:sldChg chg="addSp delSp modSp new mod">
        <pc:chgData name="Yang Zhen SGH CDAY223" userId="58c6818a-3577-4ae3-8238-bcb4cc81b368" providerId="ADAL" clId="{E5B87FA9-3427-4478-9B82-EBD6E6AA76F8}" dt="2025-12-15T05:29:22.557" v="72" actId="1076"/>
        <pc:sldMkLst>
          <pc:docMk/>
          <pc:sldMk cId="2803374003" sldId="267"/>
        </pc:sldMkLst>
      </pc:sldChg>
      <pc:sldChg chg="addSp delSp modSp new mod">
        <pc:chgData name="Yang Zhen SGH CDAY223" userId="58c6818a-3577-4ae3-8238-bcb4cc81b368" providerId="ADAL" clId="{E5B87FA9-3427-4478-9B82-EBD6E6AA76F8}" dt="2025-12-18T02:02:12.082" v="77" actId="14100"/>
        <pc:sldMkLst>
          <pc:docMk/>
          <pc:sldMk cId="812444553" sldId="268"/>
        </pc:sldMkLst>
      </pc:sldChg>
    </pc:docChg>
  </pc:docChgLst>
  <pc:docChgLst>
    <pc:chgData name="Yang Zhen SGH CDAY223" userId="58c6818a-3577-4ae3-8238-bcb4cc81b368" providerId="ADAL" clId="{BEBCD458-1472-443B-8616-221ED4FCAD17}"/>
    <pc:docChg chg="undo custSel addSld modSld">
      <pc:chgData name="Yang Zhen SGH CDAY223" userId="58c6818a-3577-4ae3-8238-bcb4cc81b368" providerId="ADAL" clId="{BEBCD458-1472-443B-8616-221ED4FCAD17}" dt="2026-02-28T06:52:15.418" v="1263" actId="13926"/>
      <pc:docMkLst>
        <pc:docMk/>
      </pc:docMkLst>
      <pc:sldChg chg="modSp mod">
        <pc:chgData name="Yang Zhen SGH CDAY223" userId="58c6818a-3577-4ae3-8238-bcb4cc81b368" providerId="ADAL" clId="{BEBCD458-1472-443B-8616-221ED4FCAD17}" dt="2026-02-28T01:56:02.486" v="698" actId="1076"/>
        <pc:sldMkLst>
          <pc:docMk/>
          <pc:sldMk cId="2803374003" sldId="267"/>
        </pc:sldMkLst>
        <pc:picChg chg="mod">
          <ac:chgData name="Yang Zhen SGH CDAY223" userId="58c6818a-3577-4ae3-8238-bcb4cc81b368" providerId="ADAL" clId="{BEBCD458-1472-443B-8616-221ED4FCAD17}" dt="2026-02-28T01:56:02.486" v="698" actId="1076"/>
          <ac:picMkLst>
            <pc:docMk/>
            <pc:sldMk cId="2803374003" sldId="267"/>
            <ac:picMk id="2" creationId="{95A1612F-59F8-389D-AE4B-49C7137925C0}"/>
          </ac:picMkLst>
        </pc:picChg>
        <pc:picChg chg="mod">
          <ac:chgData name="Yang Zhen SGH CDAY223" userId="58c6818a-3577-4ae3-8238-bcb4cc81b368" providerId="ADAL" clId="{BEBCD458-1472-443B-8616-221ED4FCAD17}" dt="2026-02-27T09:39:39.617" v="46" actId="1076"/>
          <ac:picMkLst>
            <pc:docMk/>
            <pc:sldMk cId="2803374003" sldId="267"/>
            <ac:picMk id="4" creationId="{D8DF24E3-C6E6-E4AA-E18B-163DAD4EAF66}"/>
          </ac:picMkLst>
        </pc:picChg>
      </pc:sldChg>
      <pc:sldChg chg="modSp mod">
        <pc:chgData name="Yang Zhen SGH CDAY223" userId="58c6818a-3577-4ae3-8238-bcb4cc81b368" providerId="ADAL" clId="{BEBCD458-1472-443B-8616-221ED4FCAD17}" dt="2026-02-28T01:55:32.006" v="694" actId="1076"/>
        <pc:sldMkLst>
          <pc:docMk/>
          <pc:sldMk cId="1668831971" sldId="269"/>
        </pc:sldMkLst>
        <pc:spChg chg="mod">
          <ac:chgData name="Yang Zhen SGH CDAY223" userId="58c6818a-3577-4ae3-8238-bcb4cc81b368" providerId="ADAL" clId="{BEBCD458-1472-443B-8616-221ED4FCAD17}" dt="2026-02-27T09:23:47.794" v="41" actId="1076"/>
          <ac:spMkLst>
            <pc:docMk/>
            <pc:sldMk cId="1668831971" sldId="269"/>
            <ac:spMk id="23" creationId="{96EF28A7-0756-4024-C484-B24919193C23}"/>
          </ac:spMkLst>
        </pc:spChg>
        <pc:picChg chg="mod ord">
          <ac:chgData name="Yang Zhen SGH CDAY223" userId="58c6818a-3577-4ae3-8238-bcb4cc81b368" providerId="ADAL" clId="{BEBCD458-1472-443B-8616-221ED4FCAD17}" dt="2026-02-28T01:55:32.006" v="694" actId="1076"/>
          <ac:picMkLst>
            <pc:docMk/>
            <pc:sldMk cId="1668831971" sldId="269"/>
            <ac:picMk id="4" creationId="{FEEFB3EB-AD38-F463-EACE-756EDD0592A7}"/>
          </ac:picMkLst>
        </pc:picChg>
        <pc:cxnChg chg="mod">
          <ac:chgData name="Yang Zhen SGH CDAY223" userId="58c6818a-3577-4ae3-8238-bcb4cc81b368" providerId="ADAL" clId="{BEBCD458-1472-443B-8616-221ED4FCAD17}" dt="2026-02-27T09:23:54.961" v="42" actId="1076"/>
          <ac:cxnSpMkLst>
            <pc:docMk/>
            <pc:sldMk cId="1668831971" sldId="269"/>
            <ac:cxnSpMk id="7" creationId="{A1D823E0-EA1A-AC3B-B4AE-7B6D0E5A4CA5}"/>
          </ac:cxnSpMkLst>
        </pc:cxnChg>
      </pc:sldChg>
      <pc:sldChg chg="addSp delSp modSp new mod">
        <pc:chgData name="Yang Zhen SGH CDAY223" userId="58c6818a-3577-4ae3-8238-bcb4cc81b368" providerId="ADAL" clId="{BEBCD458-1472-443B-8616-221ED4FCAD17}" dt="2026-01-27T06:59:25.270" v="36" actId="1076"/>
        <pc:sldMkLst>
          <pc:docMk/>
          <pc:sldMk cId="1943245016" sldId="270"/>
        </pc:sldMkLst>
      </pc:sldChg>
      <pc:sldChg chg="addSp delSp modSp new mod">
        <pc:chgData name="Yang Zhen SGH CDAY223" userId="58c6818a-3577-4ae3-8238-bcb4cc81b368" providerId="ADAL" clId="{BEBCD458-1472-443B-8616-221ED4FCAD17}" dt="2026-02-27T09:42:11.265" v="99" actId="478"/>
        <pc:sldMkLst>
          <pc:docMk/>
          <pc:sldMk cId="1141623964" sldId="271"/>
        </pc:sldMkLst>
        <pc:spChg chg="del">
          <ac:chgData name="Yang Zhen SGH CDAY223" userId="58c6818a-3577-4ae3-8238-bcb4cc81b368" providerId="ADAL" clId="{BEBCD458-1472-443B-8616-221ED4FCAD17}" dt="2026-02-27T09:40:13.468" v="48" actId="478"/>
          <ac:spMkLst>
            <pc:docMk/>
            <pc:sldMk cId="1141623964" sldId="271"/>
            <ac:spMk id="2" creationId="{465D631E-A838-E469-9721-EFB33969CB6B}"/>
          </ac:spMkLst>
        </pc:spChg>
        <pc:spChg chg="del">
          <ac:chgData name="Yang Zhen SGH CDAY223" userId="58c6818a-3577-4ae3-8238-bcb4cc81b368" providerId="ADAL" clId="{BEBCD458-1472-443B-8616-221ED4FCAD17}" dt="2026-02-27T09:40:13.468" v="48" actId="478"/>
          <ac:spMkLst>
            <pc:docMk/>
            <pc:sldMk cId="1141623964" sldId="271"/>
            <ac:spMk id="3" creationId="{AE873E8E-18EC-47C6-DDD9-6BFD090D3DFD}"/>
          </ac:spMkLst>
        </pc:spChg>
        <pc:spChg chg="add del">
          <ac:chgData name="Yang Zhen SGH CDAY223" userId="58c6818a-3577-4ae3-8238-bcb4cc81b368" providerId="ADAL" clId="{BEBCD458-1472-443B-8616-221ED4FCAD17}" dt="2026-02-27T09:42:00.641" v="98" actId="478"/>
          <ac:spMkLst>
            <pc:docMk/>
            <pc:sldMk cId="1141623964" sldId="271"/>
            <ac:spMk id="7" creationId="{6E05FF19-DFCD-9122-714F-34863FCB645F}"/>
          </ac:spMkLst>
        </pc:spChg>
        <pc:picChg chg="add mod">
          <ac:chgData name="Yang Zhen SGH CDAY223" userId="58c6818a-3577-4ae3-8238-bcb4cc81b368" providerId="ADAL" clId="{BEBCD458-1472-443B-8616-221ED4FCAD17}" dt="2026-02-27T09:40:22.117" v="52" actId="1076"/>
          <ac:picMkLst>
            <pc:docMk/>
            <pc:sldMk cId="1141623964" sldId="271"/>
            <ac:picMk id="4" creationId="{CDF0AB80-C586-D219-807F-38217812029F}"/>
          </ac:picMkLst>
        </pc:picChg>
        <pc:cxnChg chg="add del mod">
          <ac:chgData name="Yang Zhen SGH CDAY223" userId="58c6818a-3577-4ae3-8238-bcb4cc81b368" providerId="ADAL" clId="{BEBCD458-1472-443B-8616-221ED4FCAD17}" dt="2026-02-27T09:42:11.265" v="99" actId="478"/>
          <ac:cxnSpMkLst>
            <pc:docMk/>
            <pc:sldMk cId="1141623964" sldId="271"/>
            <ac:cxnSpMk id="6" creationId="{3E687071-8EFE-0323-B47C-A2AC6D71DEF9}"/>
          </ac:cxnSpMkLst>
        </pc:cxnChg>
      </pc:sldChg>
      <pc:sldChg chg="addSp delSp modSp new mod">
        <pc:chgData name="Yang Zhen SGH CDAY223" userId="58c6818a-3577-4ae3-8238-bcb4cc81b368" providerId="ADAL" clId="{BEBCD458-1472-443B-8616-221ED4FCAD17}" dt="2026-02-28T06:52:15.418" v="1263" actId="13926"/>
        <pc:sldMkLst>
          <pc:docMk/>
          <pc:sldMk cId="3364140555" sldId="272"/>
        </pc:sldMkLst>
        <pc:spChg chg="del">
          <ac:chgData name="Yang Zhen SGH CDAY223" userId="58c6818a-3577-4ae3-8238-bcb4cc81b368" providerId="ADAL" clId="{BEBCD458-1472-443B-8616-221ED4FCAD17}" dt="2026-02-28T01:31:31.561" v="101" actId="478"/>
          <ac:spMkLst>
            <pc:docMk/>
            <pc:sldMk cId="3364140555" sldId="272"/>
            <ac:spMk id="2" creationId="{9A5FC9D4-C877-5EED-B5C8-6D081E521D79}"/>
          </ac:spMkLst>
        </pc:spChg>
        <pc:spChg chg="del">
          <ac:chgData name="Yang Zhen SGH CDAY223" userId="58c6818a-3577-4ae3-8238-bcb4cc81b368" providerId="ADAL" clId="{BEBCD458-1472-443B-8616-221ED4FCAD17}" dt="2026-02-28T01:31:31.561" v="101" actId="478"/>
          <ac:spMkLst>
            <pc:docMk/>
            <pc:sldMk cId="3364140555" sldId="272"/>
            <ac:spMk id="3" creationId="{B3E404C4-8828-B060-6038-7F8F728C815F}"/>
          </ac:spMkLst>
        </pc:spChg>
        <pc:spChg chg="add mod">
          <ac:chgData name="Yang Zhen SGH CDAY223" userId="58c6818a-3577-4ae3-8238-bcb4cc81b368" providerId="ADAL" clId="{BEBCD458-1472-443B-8616-221ED4FCAD17}" dt="2026-02-28T06:45:55.209" v="1248"/>
          <ac:spMkLst>
            <pc:docMk/>
            <pc:sldMk cId="3364140555" sldId="272"/>
            <ac:spMk id="9" creationId="{DE889444-9F71-212A-30EE-1FA91A3E2F3E}"/>
          </ac:spMkLst>
        </pc:spChg>
        <pc:spChg chg="add mod">
          <ac:chgData name="Yang Zhen SGH CDAY223" userId="58c6818a-3577-4ae3-8238-bcb4cc81b368" providerId="ADAL" clId="{BEBCD458-1472-443B-8616-221ED4FCAD17}" dt="2026-02-28T06:45:55.209" v="1248"/>
          <ac:spMkLst>
            <pc:docMk/>
            <pc:sldMk cId="3364140555" sldId="272"/>
            <ac:spMk id="10" creationId="{1595EEEF-58DB-CFFE-C772-68670D514FE2}"/>
          </ac:spMkLst>
        </pc:spChg>
        <pc:spChg chg="add mod">
          <ac:chgData name="Yang Zhen SGH CDAY223" userId="58c6818a-3577-4ae3-8238-bcb4cc81b368" providerId="ADAL" clId="{BEBCD458-1472-443B-8616-221ED4FCAD17}" dt="2026-02-28T06:45:55.209" v="1248"/>
          <ac:spMkLst>
            <pc:docMk/>
            <pc:sldMk cId="3364140555" sldId="272"/>
            <ac:spMk id="11" creationId="{42A5AD42-96B1-6B6C-98BF-35B3CA05FF6E}"/>
          </ac:spMkLst>
        </pc:spChg>
        <pc:spChg chg="add mod">
          <ac:chgData name="Yang Zhen SGH CDAY223" userId="58c6818a-3577-4ae3-8238-bcb4cc81b368" providerId="ADAL" clId="{BEBCD458-1472-443B-8616-221ED4FCAD17}" dt="2026-02-28T06:52:15.418" v="1263" actId="13926"/>
          <ac:spMkLst>
            <pc:docMk/>
            <pc:sldMk cId="3364140555" sldId="272"/>
            <ac:spMk id="12" creationId="{BC4020A6-4EB0-F008-E60A-E19923895352}"/>
          </ac:spMkLst>
        </pc:spChg>
        <pc:spChg chg="add mod">
          <ac:chgData name="Yang Zhen SGH CDAY223" userId="58c6818a-3577-4ae3-8238-bcb4cc81b368" providerId="ADAL" clId="{BEBCD458-1472-443B-8616-221ED4FCAD17}" dt="2026-02-28T06:45:55.209" v="1248"/>
          <ac:spMkLst>
            <pc:docMk/>
            <pc:sldMk cId="3364140555" sldId="272"/>
            <ac:spMk id="17" creationId="{B1BE1D10-5206-BE5E-9678-314417434C35}"/>
          </ac:spMkLst>
        </pc:spChg>
        <pc:spChg chg="add mod">
          <ac:chgData name="Yang Zhen SGH CDAY223" userId="58c6818a-3577-4ae3-8238-bcb4cc81b368" providerId="ADAL" clId="{BEBCD458-1472-443B-8616-221ED4FCAD17}" dt="2026-02-28T06:45:55.209" v="1248"/>
          <ac:spMkLst>
            <pc:docMk/>
            <pc:sldMk cId="3364140555" sldId="272"/>
            <ac:spMk id="21" creationId="{9FEDFB15-6F33-D64E-F43A-0ABB0ACE1D3F}"/>
          </ac:spMkLst>
        </pc:spChg>
        <pc:spChg chg="add mod">
          <ac:chgData name="Yang Zhen SGH CDAY223" userId="58c6818a-3577-4ae3-8238-bcb4cc81b368" providerId="ADAL" clId="{BEBCD458-1472-443B-8616-221ED4FCAD17}" dt="2026-02-28T06:45:55.209" v="1248"/>
          <ac:spMkLst>
            <pc:docMk/>
            <pc:sldMk cId="3364140555" sldId="272"/>
            <ac:spMk id="22" creationId="{6A4BED20-5616-B790-C13E-72AC20113EFB}"/>
          </ac:spMkLst>
        </pc:spChg>
        <pc:spChg chg="add mod">
          <ac:chgData name="Yang Zhen SGH CDAY223" userId="58c6818a-3577-4ae3-8238-bcb4cc81b368" providerId="ADAL" clId="{BEBCD458-1472-443B-8616-221ED4FCAD17}" dt="2026-02-28T06:45:55.209" v="1248"/>
          <ac:spMkLst>
            <pc:docMk/>
            <pc:sldMk cId="3364140555" sldId="272"/>
            <ac:spMk id="24" creationId="{C93FF42D-9020-083C-EFA9-10D5F506F497}"/>
          </ac:spMkLst>
        </pc:spChg>
        <pc:spChg chg="add mod">
          <ac:chgData name="Yang Zhen SGH CDAY223" userId="58c6818a-3577-4ae3-8238-bcb4cc81b368" providerId="ADAL" clId="{BEBCD458-1472-443B-8616-221ED4FCAD17}" dt="2026-02-28T06:45:55.209" v="1248"/>
          <ac:spMkLst>
            <pc:docMk/>
            <pc:sldMk cId="3364140555" sldId="272"/>
            <ac:spMk id="26" creationId="{B127811F-101C-38BC-931C-BE54CB695C8F}"/>
          </ac:spMkLst>
        </pc:spChg>
        <pc:spChg chg="add mod">
          <ac:chgData name="Yang Zhen SGH CDAY223" userId="58c6818a-3577-4ae3-8238-bcb4cc81b368" providerId="ADAL" clId="{BEBCD458-1472-443B-8616-221ED4FCAD17}" dt="2026-02-28T06:45:55.209" v="1248"/>
          <ac:spMkLst>
            <pc:docMk/>
            <pc:sldMk cId="3364140555" sldId="272"/>
            <ac:spMk id="28" creationId="{883F2208-C1E8-1EA9-2BA3-8C018F0530BA}"/>
          </ac:spMkLst>
        </pc:spChg>
        <pc:grpChg chg="mod">
          <ac:chgData name="Yang Zhen SGH CDAY223" userId="58c6818a-3577-4ae3-8238-bcb4cc81b368" providerId="ADAL" clId="{BEBCD458-1472-443B-8616-221ED4FCAD17}" dt="2026-02-28T01:59:17.313" v="721" actId="1076"/>
          <ac:grpSpMkLst>
            <pc:docMk/>
            <pc:sldMk cId="3364140555" sldId="272"/>
            <ac:grpSpMk id="29" creationId="{7CBBBC55-DE66-0551-2B80-D4C5315E2438}"/>
          </ac:grpSpMkLst>
        </pc:grpChg>
        <pc:picChg chg="add">
          <ac:chgData name="Yang Zhen SGH CDAY223" userId="58c6818a-3577-4ae3-8238-bcb4cc81b368" providerId="ADAL" clId="{BEBCD458-1472-443B-8616-221ED4FCAD17}" dt="2026-02-28T01:31:32.218" v="102" actId="22"/>
          <ac:picMkLst>
            <pc:docMk/>
            <pc:sldMk cId="3364140555" sldId="272"/>
            <ac:picMk id="5" creationId="{4887ADE9-6377-CA22-2C3F-14310078593A}"/>
          </ac:picMkLst>
        </pc:picChg>
        <pc:cxnChg chg="add mod">
          <ac:chgData name="Yang Zhen SGH CDAY223" userId="58c6818a-3577-4ae3-8238-bcb4cc81b368" providerId="ADAL" clId="{BEBCD458-1472-443B-8616-221ED4FCAD17}" dt="2026-02-28T01:42:32.258" v="540" actId="14100"/>
          <ac:cxnSpMkLst>
            <pc:docMk/>
            <pc:sldMk cId="3364140555" sldId="272"/>
            <ac:cxnSpMk id="7" creationId="{E73132FB-D2D1-D372-A882-65062FE1AF08}"/>
          </ac:cxnSpMkLst>
        </pc:cxnChg>
        <pc:cxnChg chg="add mod">
          <ac:chgData name="Yang Zhen SGH CDAY223" userId="58c6818a-3577-4ae3-8238-bcb4cc81b368" providerId="ADAL" clId="{BEBCD458-1472-443B-8616-221ED4FCAD17}" dt="2026-02-28T01:42:36.076" v="541" actId="14100"/>
          <ac:cxnSpMkLst>
            <pc:docMk/>
            <pc:sldMk cId="3364140555" sldId="272"/>
            <ac:cxnSpMk id="8" creationId="{398920B0-381D-3032-1EA6-334C95D0845A}"/>
          </ac:cxnSpMkLst>
        </pc:cxnChg>
        <pc:cxnChg chg="add mod">
          <ac:chgData name="Yang Zhen SGH CDAY223" userId="58c6818a-3577-4ae3-8238-bcb4cc81b368" providerId="ADAL" clId="{BEBCD458-1472-443B-8616-221ED4FCAD17}" dt="2026-02-28T01:43:15.352" v="578" actId="208"/>
          <ac:cxnSpMkLst>
            <pc:docMk/>
            <pc:sldMk cId="3364140555" sldId="272"/>
            <ac:cxnSpMk id="14" creationId="{2EDBEC46-BADA-64AB-DDEC-08523DBE0ED6}"/>
          </ac:cxnSpMkLst>
        </pc:cxnChg>
        <pc:cxnChg chg="add mod">
          <ac:chgData name="Yang Zhen SGH CDAY223" userId="58c6818a-3577-4ae3-8238-bcb4cc81b368" providerId="ADAL" clId="{BEBCD458-1472-443B-8616-221ED4FCAD17}" dt="2026-02-28T01:43:59.226" v="581" actId="14100"/>
          <ac:cxnSpMkLst>
            <pc:docMk/>
            <pc:sldMk cId="3364140555" sldId="272"/>
            <ac:cxnSpMk id="18" creationId="{DA66763E-A31F-49BB-5DE1-DBF00FC2CC90}"/>
          </ac:cxnSpMkLst>
        </pc:cxnChg>
        <pc:cxnChg chg="add mod">
          <ac:chgData name="Yang Zhen SGH CDAY223" userId="58c6818a-3577-4ae3-8238-bcb4cc81b368" providerId="ADAL" clId="{BEBCD458-1472-443B-8616-221ED4FCAD17}" dt="2026-02-28T01:44:10.373" v="583" actId="1076"/>
          <ac:cxnSpMkLst>
            <pc:docMk/>
            <pc:sldMk cId="3364140555" sldId="272"/>
            <ac:cxnSpMk id="20" creationId="{BD0B80AD-B0B0-7B2D-272B-C87D5B6AD493}"/>
          </ac:cxnSpMkLst>
        </pc:cxnChg>
        <pc:cxnChg chg="add mod">
          <ac:chgData name="Yang Zhen SGH CDAY223" userId="58c6818a-3577-4ae3-8238-bcb4cc81b368" providerId="ADAL" clId="{BEBCD458-1472-443B-8616-221ED4FCAD17}" dt="2026-02-28T01:48:48.462" v="692" actId="1076"/>
          <ac:cxnSpMkLst>
            <pc:docMk/>
            <pc:sldMk cId="3364140555" sldId="272"/>
            <ac:cxnSpMk id="23" creationId="{42F84DDA-8D68-1C3A-99F7-7AA1BDB78E1F}"/>
          </ac:cxnSpMkLst>
        </pc:cxnChg>
        <pc:cxnChg chg="add mod">
          <ac:chgData name="Yang Zhen SGH CDAY223" userId="58c6818a-3577-4ae3-8238-bcb4cc81b368" providerId="ADAL" clId="{BEBCD458-1472-443B-8616-221ED4FCAD17}" dt="2026-02-28T01:48:48.462" v="692" actId="1076"/>
          <ac:cxnSpMkLst>
            <pc:docMk/>
            <pc:sldMk cId="3364140555" sldId="272"/>
            <ac:cxnSpMk id="25" creationId="{314C2DFE-B2BD-964D-7C94-4EBDFFD7DCF1}"/>
          </ac:cxnSpMkLst>
        </pc:cxnChg>
        <pc:cxnChg chg="add mod">
          <ac:chgData name="Yang Zhen SGH CDAY223" userId="58c6818a-3577-4ae3-8238-bcb4cc81b368" providerId="ADAL" clId="{BEBCD458-1472-443B-8616-221ED4FCAD17}" dt="2026-02-28T01:48:48.462" v="692" actId="1076"/>
          <ac:cxnSpMkLst>
            <pc:docMk/>
            <pc:sldMk cId="3364140555" sldId="272"/>
            <ac:cxnSpMk id="27" creationId="{F63921DD-05C1-901C-F6B5-436BBF384E18}"/>
          </ac:cxnSpMkLst>
        </pc:cxnChg>
      </pc:sldChg>
      <pc:sldChg chg="addSp delSp modSp new mod">
        <pc:chgData name="Yang Zhen SGH CDAY223" userId="58c6818a-3577-4ae3-8238-bcb4cc81b368" providerId="ADAL" clId="{BEBCD458-1472-443B-8616-221ED4FCAD17}" dt="2026-02-28T01:56:58.768" v="718" actId="1037"/>
        <pc:sldMkLst>
          <pc:docMk/>
          <pc:sldMk cId="1385790782" sldId="273"/>
        </pc:sldMkLst>
        <pc:spChg chg="del">
          <ac:chgData name="Yang Zhen SGH CDAY223" userId="58c6818a-3577-4ae3-8238-bcb4cc81b368" providerId="ADAL" clId="{BEBCD458-1472-443B-8616-221ED4FCAD17}" dt="2026-02-28T01:55:43.229" v="696" actId="478"/>
          <ac:spMkLst>
            <pc:docMk/>
            <pc:sldMk cId="1385790782" sldId="273"/>
            <ac:spMk id="2" creationId="{8F615BC5-B22E-A85F-3303-F942E078DD53}"/>
          </ac:spMkLst>
        </pc:spChg>
        <pc:spChg chg="del">
          <ac:chgData name="Yang Zhen SGH CDAY223" userId="58c6818a-3577-4ae3-8238-bcb4cc81b368" providerId="ADAL" clId="{BEBCD458-1472-443B-8616-221ED4FCAD17}" dt="2026-02-28T01:55:43.229" v="696" actId="478"/>
          <ac:spMkLst>
            <pc:docMk/>
            <pc:sldMk cId="1385790782" sldId="273"/>
            <ac:spMk id="3" creationId="{9B455931-EC5D-E69C-29FE-B3BAF2958603}"/>
          </ac:spMkLst>
        </pc:spChg>
        <pc:spChg chg="add mod">
          <ac:chgData name="Yang Zhen SGH CDAY223" userId="58c6818a-3577-4ae3-8238-bcb4cc81b368" providerId="ADAL" clId="{BEBCD458-1472-443B-8616-221ED4FCAD17}" dt="2026-02-28T01:56:23.900" v="703" actId="1037"/>
          <ac:spMkLst>
            <pc:docMk/>
            <pc:sldMk cId="1385790782" sldId="273"/>
            <ac:spMk id="5" creationId="{A2D97531-5E7F-577F-8FBB-EA38C925DD4E}"/>
          </ac:spMkLst>
        </pc:spChg>
        <pc:spChg chg="add mod">
          <ac:chgData name="Yang Zhen SGH CDAY223" userId="58c6818a-3577-4ae3-8238-bcb4cc81b368" providerId="ADAL" clId="{BEBCD458-1472-443B-8616-221ED4FCAD17}" dt="2026-02-28T01:56:43.996" v="708" actId="14100"/>
          <ac:spMkLst>
            <pc:docMk/>
            <pc:sldMk cId="1385790782" sldId="273"/>
            <ac:spMk id="6" creationId="{3737AD3E-387A-B5D4-5AA0-2A2B428E1CA8}"/>
          </ac:spMkLst>
        </pc:spChg>
        <pc:spChg chg="add mod">
          <ac:chgData name="Yang Zhen SGH CDAY223" userId="58c6818a-3577-4ae3-8238-bcb4cc81b368" providerId="ADAL" clId="{BEBCD458-1472-443B-8616-221ED4FCAD17}" dt="2026-02-28T01:56:58.768" v="718" actId="1037"/>
          <ac:spMkLst>
            <pc:docMk/>
            <pc:sldMk cId="1385790782" sldId="273"/>
            <ac:spMk id="7" creationId="{F158A368-D387-7F8F-2D7D-F3E89E4687C7}"/>
          </ac:spMkLst>
        </pc:spChg>
        <pc:picChg chg="add mod">
          <ac:chgData name="Yang Zhen SGH CDAY223" userId="58c6818a-3577-4ae3-8238-bcb4cc81b368" providerId="ADAL" clId="{BEBCD458-1472-443B-8616-221ED4FCAD17}" dt="2026-02-28T01:55:49.796" v="697"/>
          <ac:picMkLst>
            <pc:docMk/>
            <pc:sldMk cId="1385790782" sldId="273"/>
            <ac:picMk id="4" creationId="{B15106E7-7BB3-C509-C49B-3114C427433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1176D8-5770-EBB6-D22F-EF867D12654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72AAE42-4936-C5AC-93C1-86ACD62DE9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D6779A9-ED6D-822E-903E-799B9D98F66C}"/>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5" name="页脚占位符 4">
            <a:extLst>
              <a:ext uri="{FF2B5EF4-FFF2-40B4-BE49-F238E27FC236}">
                <a16:creationId xmlns:a16="http://schemas.microsoft.com/office/drawing/2014/main" id="{E547DB95-DA5E-B5AD-E2AE-41F8D1DEE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B6A07B-7EDA-91A2-A67B-5075B0C0F0DD}"/>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2994293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50CFC6-04DC-6653-3F4B-19DA7E4055F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4A379A2-41D4-5032-8EFC-C555ECB1D57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0FDDEF7-7A2E-0268-C23B-CE68E752B611}"/>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5" name="页脚占位符 4">
            <a:extLst>
              <a:ext uri="{FF2B5EF4-FFF2-40B4-BE49-F238E27FC236}">
                <a16:creationId xmlns:a16="http://schemas.microsoft.com/office/drawing/2014/main" id="{D96B1958-2416-984C-D81F-6C1D7ED7A8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73B697-E403-8D05-E7AC-8FD4CD9EF995}"/>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38181561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75D6E-BD0D-E9D0-387E-2D215605FB8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AAE8E06-122B-270C-D26A-89DC499650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5C5456D8-74E0-0BA5-7273-26F6F7175CC3}"/>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5" name="页脚占位符 4">
            <a:extLst>
              <a:ext uri="{FF2B5EF4-FFF2-40B4-BE49-F238E27FC236}">
                <a16:creationId xmlns:a16="http://schemas.microsoft.com/office/drawing/2014/main" id="{9CE47093-EB94-31CE-1F3C-FD8221510F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5952DE1-AE0E-6722-78F3-32D2A3981AF3}"/>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2169384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E6C638-4911-2357-7B12-22919C7E38A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6E150D7-4A8E-3AAE-47E3-F2F0BEF90F5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E59CC80-36A3-A9E5-AE49-69D503B9303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AF895E3-E0FD-4392-32B9-4D092D958B27}"/>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6" name="页脚占位符 5">
            <a:extLst>
              <a:ext uri="{FF2B5EF4-FFF2-40B4-BE49-F238E27FC236}">
                <a16:creationId xmlns:a16="http://schemas.microsoft.com/office/drawing/2014/main" id="{58D1DBB3-83BC-0F82-EBC5-0B1CDDC466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7F89B24-D37F-319E-0465-5794DBD109F3}"/>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157987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849EE7-39A6-5B63-7F99-BF52D427B88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A4DEB11-89B2-2239-DED3-CD6AEECEBB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9FF624E-ABCD-0784-3DA0-2FDC422F5C3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7AA618B-52A4-CD45-72D8-C4E5FF641A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CE47F9A-4139-5E21-320E-4E76BBD933E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185893C-FC91-E2A2-159C-530B65FF1033}"/>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8" name="页脚占位符 7">
            <a:extLst>
              <a:ext uri="{FF2B5EF4-FFF2-40B4-BE49-F238E27FC236}">
                <a16:creationId xmlns:a16="http://schemas.microsoft.com/office/drawing/2014/main" id="{60A3D725-82C6-2182-4184-77AA4AA71BB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ED1BA91-E579-2B80-2DF8-94660EBE6CFB}"/>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65161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79ACFE-E0AA-1217-8255-510D2275A33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443F3C6-2DAE-BE9C-A4ED-7A8DCC90DB03}"/>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4" name="页脚占位符 3">
            <a:extLst>
              <a:ext uri="{FF2B5EF4-FFF2-40B4-BE49-F238E27FC236}">
                <a16:creationId xmlns:a16="http://schemas.microsoft.com/office/drawing/2014/main" id="{86E2B9AA-E2B6-83BD-1E52-A55947F496C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C04E981-3E5A-E265-8D81-75E64C5C31A4}"/>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1352551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85EF785-2900-EC10-7976-999282D59CEB}"/>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3" name="页脚占位符 2">
            <a:extLst>
              <a:ext uri="{FF2B5EF4-FFF2-40B4-BE49-F238E27FC236}">
                <a16:creationId xmlns:a16="http://schemas.microsoft.com/office/drawing/2014/main" id="{3008139B-B930-2219-6FF7-44E2561475E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4C7A3DE-8634-6B43-B53F-85E75226D35C}"/>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1447971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8864CF-DDAE-DFEC-C580-77D7A050CB8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6A917DB-AB26-A94E-6053-EA7616BF94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10F4278-0107-2E37-4153-B56675423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2538DA3-A5EB-9091-B329-877B34BD0D2C}"/>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6" name="页脚占位符 5">
            <a:extLst>
              <a:ext uri="{FF2B5EF4-FFF2-40B4-BE49-F238E27FC236}">
                <a16:creationId xmlns:a16="http://schemas.microsoft.com/office/drawing/2014/main" id="{D7EBDFBA-F4CE-5353-D52C-B2B79C9E0E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BE9ADF-E0AC-D999-5570-CB3D8595EA7E}"/>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3653772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9E4ABE-ED2A-2516-DC8B-39943E3ABDF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24EC051-ED80-3ED9-195E-F175DFDCE4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EC22B90-38E4-360E-C8F9-EE87F1BCA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090216C-B351-90D0-27B5-C0C25036DFA4}"/>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6" name="页脚占位符 5">
            <a:extLst>
              <a:ext uri="{FF2B5EF4-FFF2-40B4-BE49-F238E27FC236}">
                <a16:creationId xmlns:a16="http://schemas.microsoft.com/office/drawing/2014/main" id="{D047FECE-ABFA-BB61-ADA3-FBA856F3E65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FCF900A-2E83-F346-21D5-B15D3514EF9D}"/>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841324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128EA-2576-2B38-4CE0-33EDCBB5E27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2005BC1-FDD6-C3AD-D81F-C272E989628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58BE89C-EF2D-27B6-4AD2-45680370D7F1}"/>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5" name="页脚占位符 4">
            <a:extLst>
              <a:ext uri="{FF2B5EF4-FFF2-40B4-BE49-F238E27FC236}">
                <a16:creationId xmlns:a16="http://schemas.microsoft.com/office/drawing/2014/main" id="{27085B55-D476-F913-05E0-2D15F4EDD7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A8913C-54D2-BB47-0CF4-226E6603FAEB}"/>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3119076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DAAD575-0356-F4DA-30EB-60BFA175857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08382D2-E5A4-9902-5D24-5ADB13E2D4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AF5B3D9-F5CB-C52F-5452-09D4E4CE19BC}"/>
              </a:ext>
            </a:extLst>
          </p:cNvPr>
          <p:cNvSpPr>
            <a:spLocks noGrp="1"/>
          </p:cNvSpPr>
          <p:nvPr>
            <p:ph type="dt" sz="half" idx="10"/>
          </p:nvPr>
        </p:nvSpPr>
        <p:spPr/>
        <p:txBody>
          <a:bodyPr/>
          <a:lstStyle/>
          <a:p>
            <a:fld id="{A8E4A940-9232-4273-B49A-FC3A5947DF9E}" type="datetimeFigureOut">
              <a:rPr lang="zh-CN" altLang="en-US" smtClean="0"/>
              <a:t>2026/2/27</a:t>
            </a:fld>
            <a:endParaRPr lang="zh-CN" altLang="en-US"/>
          </a:p>
        </p:txBody>
      </p:sp>
      <p:sp>
        <p:nvSpPr>
          <p:cNvPr id="5" name="页脚占位符 4">
            <a:extLst>
              <a:ext uri="{FF2B5EF4-FFF2-40B4-BE49-F238E27FC236}">
                <a16:creationId xmlns:a16="http://schemas.microsoft.com/office/drawing/2014/main" id="{59E75214-625A-ECA5-D47D-718A3750DEE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5ED8D74-397E-3349-7266-EF3DC8AE51F0}"/>
              </a:ext>
            </a:extLst>
          </p:cNvPr>
          <p:cNvSpPr>
            <a:spLocks noGrp="1"/>
          </p:cNvSpPr>
          <p:nvPr>
            <p:ph type="sldNum" sz="quarter" idx="12"/>
          </p:nvPr>
        </p:nvSpPr>
        <p:spPr/>
        <p:txBody>
          <a:body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3692246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97A7EC-328A-35A4-BB31-59902DD4EE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379D5E1-FB15-0FAF-F0A8-A3DDB15EED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B40F479-5CF8-C93C-3B57-CE051599C1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E4A940-9232-4273-B49A-FC3A5947DF9E}" type="datetimeFigureOut">
              <a:rPr lang="zh-CN" altLang="en-US" smtClean="0"/>
              <a:t>2026/2/27</a:t>
            </a:fld>
            <a:endParaRPr lang="zh-CN" altLang="en-US"/>
          </a:p>
        </p:txBody>
      </p:sp>
      <p:sp>
        <p:nvSpPr>
          <p:cNvPr id="5" name="页脚占位符 4">
            <a:extLst>
              <a:ext uri="{FF2B5EF4-FFF2-40B4-BE49-F238E27FC236}">
                <a16:creationId xmlns:a16="http://schemas.microsoft.com/office/drawing/2014/main" id="{14AED66E-089B-6A02-D3C6-54093CCD3B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110FFDC-FC76-D7BF-13DE-0D4252EC4F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C3FF5E-6D35-4D5D-9A50-4A30A3623788}" type="slidenum">
              <a:rPr lang="zh-CN" altLang="en-US" smtClean="0"/>
              <a:t>‹#›</a:t>
            </a:fld>
            <a:endParaRPr lang="zh-CN" altLang="en-US"/>
          </a:p>
        </p:txBody>
      </p:sp>
    </p:spTree>
    <p:extLst>
      <p:ext uri="{BB962C8B-B14F-4D97-AF65-F5344CB8AC3E}">
        <p14:creationId xmlns:p14="http://schemas.microsoft.com/office/powerpoint/2010/main" val="2651644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DE5A259-F2DD-F545-B48F-F04F72A64ED9}"/>
              </a:ext>
            </a:extLst>
          </p:cNvPr>
          <p:cNvSpPr txBox="1"/>
          <p:nvPr/>
        </p:nvSpPr>
        <p:spPr>
          <a:xfrm>
            <a:off x="575733" y="835506"/>
            <a:ext cx="11269134" cy="2462213"/>
          </a:xfrm>
          <a:prstGeom prst="rect">
            <a:avLst/>
          </a:prstGeom>
          <a:noFill/>
        </p:spPr>
        <p:txBody>
          <a:bodyPr wrap="square">
            <a:spAutoFit/>
          </a:bodyPr>
          <a:lstStyle/>
          <a:p>
            <a:pPr algn="l">
              <a:buFont typeface="Arial" panose="020B0604020202020204" pitchFamily="34" charset="0"/>
              <a:buChar char="•"/>
            </a:pPr>
            <a:r>
              <a:rPr lang="en-US" altLang="zh-CN" sz="1400" i="0" dirty="0">
                <a:effectLst/>
                <a:latin typeface="Segoe WPC"/>
              </a:rPr>
              <a:t>DbIn.*</a:t>
            </a:r>
            <a:r>
              <a:rPr lang="zh-CN" altLang="en-US" sz="1400" i="0" dirty="0">
                <a:effectLst/>
                <a:latin typeface="Segoe WPC"/>
              </a:rPr>
              <a:t>：</a:t>
            </a:r>
            <a:endParaRPr lang="en-US" altLang="zh-CN" sz="1400" dirty="0">
              <a:latin typeface="Segoe WPC"/>
            </a:endParaRPr>
          </a:p>
          <a:p>
            <a:pPr lvl="1">
              <a:buFont typeface="Arial" panose="020B0604020202020204" pitchFamily="34" charset="0"/>
              <a:buChar char="•"/>
            </a:pPr>
            <a:r>
              <a:rPr lang="zh-CN" altLang="en-US" sz="1400" i="0" dirty="0">
                <a:effectLst/>
                <a:latin typeface="Segoe WPC"/>
              </a:rPr>
              <a:t>车速（</a:t>
            </a:r>
            <a:r>
              <a:rPr lang="en-US" altLang="zh-CN" sz="1400" i="0" dirty="0" err="1">
                <a:effectLst/>
                <a:latin typeface="Segoe WPC"/>
              </a:rPr>
              <a:t>VehSpd</a:t>
            </a:r>
            <a:r>
              <a:rPr lang="zh-CN" altLang="en-US" sz="1400" i="0" dirty="0">
                <a:effectLst/>
                <a:latin typeface="Segoe WPC"/>
              </a:rPr>
              <a:t>）、纵向加速度（</a:t>
            </a:r>
            <a:r>
              <a:rPr lang="en-US" altLang="zh-CN" sz="1400" i="0" dirty="0" err="1">
                <a:effectLst/>
                <a:latin typeface="Segoe WPC"/>
              </a:rPr>
              <a:t>VehAcc</a:t>
            </a:r>
            <a:r>
              <a:rPr lang="zh-CN" altLang="en-US" sz="1400" i="0" dirty="0">
                <a:effectLst/>
                <a:latin typeface="Segoe WPC"/>
              </a:rPr>
              <a:t>、</a:t>
            </a:r>
            <a:r>
              <a:rPr lang="en-US" altLang="zh-CN" sz="1400" i="0" dirty="0" err="1">
                <a:effectLst/>
                <a:latin typeface="Segoe WPC"/>
              </a:rPr>
              <a:t>HillAccel</a:t>
            </a:r>
            <a:r>
              <a:rPr lang="zh-CN" altLang="en-US" sz="1400" i="0" dirty="0">
                <a:effectLst/>
                <a:latin typeface="Segoe WPC"/>
              </a:rPr>
              <a:t>）、</a:t>
            </a:r>
            <a:r>
              <a:rPr lang="en-US" altLang="zh-CN" sz="1400" i="0" dirty="0" err="1">
                <a:effectLst/>
                <a:latin typeface="Segoe WPC"/>
              </a:rPr>
              <a:t>HoldPress</a:t>
            </a:r>
            <a:r>
              <a:rPr lang="zh-CN" altLang="en-US" sz="1400" i="0" dirty="0">
                <a:effectLst/>
                <a:latin typeface="Segoe WPC"/>
              </a:rPr>
              <a:t>、</a:t>
            </a:r>
            <a:r>
              <a:rPr lang="en-US" altLang="zh-CN" sz="1400" i="0" dirty="0" err="1">
                <a:effectLst/>
                <a:latin typeface="Segoe WPC"/>
              </a:rPr>
              <a:t>WheelDirection</a:t>
            </a:r>
            <a:r>
              <a:rPr lang="zh-CN" altLang="en-US" sz="1400" i="0" dirty="0">
                <a:effectLst/>
                <a:latin typeface="Segoe WPC"/>
              </a:rPr>
              <a:t>、</a:t>
            </a:r>
            <a:r>
              <a:rPr lang="en-US" altLang="zh-CN" sz="1400" i="0" dirty="0" err="1">
                <a:effectLst/>
                <a:latin typeface="Segoe WPC"/>
              </a:rPr>
              <a:t>PulsePerLoop</a:t>
            </a:r>
            <a:r>
              <a:rPr lang="zh-CN" altLang="en-US" sz="1400" i="0" dirty="0">
                <a:effectLst/>
                <a:latin typeface="Segoe WPC"/>
              </a:rPr>
              <a:t>、</a:t>
            </a:r>
            <a:r>
              <a:rPr lang="en-US" altLang="zh-CN" sz="1400" i="0" dirty="0" err="1">
                <a:effectLst/>
                <a:latin typeface="Segoe WPC"/>
              </a:rPr>
              <a:t>VehStopped</a:t>
            </a:r>
            <a:r>
              <a:rPr lang="zh-CN" altLang="en-US" sz="1400" i="0" dirty="0">
                <a:effectLst/>
                <a:latin typeface="Segoe WPC"/>
              </a:rPr>
              <a:t>、</a:t>
            </a:r>
            <a:r>
              <a:rPr lang="en-US" altLang="zh-CN" sz="1400" i="0" dirty="0" err="1">
                <a:effectLst/>
                <a:latin typeface="Segoe WPC"/>
              </a:rPr>
              <a:t>DrvPressReqRate</a:t>
            </a:r>
            <a:r>
              <a:rPr lang="en-US" altLang="zh-CN" sz="1400" i="0" dirty="0">
                <a:effectLst/>
                <a:latin typeface="Segoe WPC"/>
              </a:rPr>
              <a:t> </a:t>
            </a:r>
            <a:r>
              <a:rPr lang="zh-CN" altLang="en-US" sz="1400" i="0" dirty="0">
                <a:effectLst/>
                <a:latin typeface="Segoe WPC"/>
              </a:rPr>
              <a:t>等传感与配置输入。</a:t>
            </a:r>
          </a:p>
          <a:p>
            <a:pPr algn="l">
              <a:buFont typeface="Arial" panose="020B0604020202020204" pitchFamily="34" charset="0"/>
              <a:buChar char="•"/>
            </a:pPr>
            <a:r>
              <a:rPr lang="en-US" altLang="zh-CN" sz="1400" i="0" dirty="0">
                <a:effectLst/>
                <a:latin typeface="Segoe WPC"/>
              </a:rPr>
              <a:t>Db.DrvPressReq_s16 / </a:t>
            </a:r>
            <a:r>
              <a:rPr lang="en-US" altLang="zh-CN" sz="1400" i="0" dirty="0" err="1">
                <a:effectLst/>
                <a:latin typeface="Segoe WPC"/>
              </a:rPr>
              <a:t>DbIbc</a:t>
            </a:r>
            <a:r>
              <a:rPr lang="en-US" altLang="zh-CN" sz="1400" i="0" dirty="0">
                <a:effectLst/>
                <a:latin typeface="Segoe WPC"/>
              </a:rPr>
              <a:t>/</a:t>
            </a:r>
            <a:r>
              <a:rPr lang="en-US" altLang="zh-CN" sz="1400" i="0" dirty="0" err="1">
                <a:effectLst/>
                <a:latin typeface="Segoe WPC"/>
              </a:rPr>
              <a:t>DbIbcIn</a:t>
            </a:r>
            <a:r>
              <a:rPr lang="zh-CN" altLang="en-US" sz="1400" i="0" dirty="0">
                <a:effectLst/>
                <a:latin typeface="Segoe WPC"/>
              </a:rPr>
              <a:t>（</a:t>
            </a:r>
            <a:r>
              <a:rPr lang="en-US" altLang="zh-CN" sz="1400" i="0" dirty="0">
                <a:effectLst/>
                <a:latin typeface="Segoe WPC"/>
              </a:rPr>
              <a:t>IB</a:t>
            </a:r>
            <a:r>
              <a:rPr lang="az-Cyrl-AZ" altLang="zh-CN" sz="1400" i="0" dirty="0">
                <a:effectLst/>
                <a:latin typeface="Segoe WPC"/>
              </a:rPr>
              <a:t>С </a:t>
            </a:r>
            <a:r>
              <a:rPr lang="zh-CN" altLang="en-US" sz="1400" i="0" dirty="0">
                <a:effectLst/>
                <a:latin typeface="Segoe WPC"/>
              </a:rPr>
              <a:t>平台分支）：</a:t>
            </a:r>
            <a:endParaRPr lang="en-US" altLang="zh-CN" sz="1400" i="0" dirty="0">
              <a:effectLst/>
              <a:latin typeface="Segoe WPC"/>
            </a:endParaRPr>
          </a:p>
          <a:p>
            <a:pPr lvl="1">
              <a:buFont typeface="Arial" panose="020B0604020202020204" pitchFamily="34" charset="0"/>
              <a:buChar char="•"/>
            </a:pPr>
            <a:r>
              <a:rPr lang="zh-CN" altLang="en-US" sz="1400" i="0" dirty="0">
                <a:effectLst/>
                <a:latin typeface="Segoe WPC"/>
              </a:rPr>
              <a:t>驾驶员制动请求、踏板行程有效性、轴力矩、</a:t>
            </a:r>
            <a:r>
              <a:rPr lang="en-US" altLang="zh-CN" sz="1400" i="0" dirty="0">
                <a:effectLst/>
                <a:latin typeface="Segoe WPC"/>
              </a:rPr>
              <a:t>Boost </a:t>
            </a:r>
            <a:r>
              <a:rPr lang="zh-CN" altLang="en-US" sz="1400" i="0" dirty="0">
                <a:effectLst/>
                <a:latin typeface="Segoe WPC"/>
              </a:rPr>
              <a:t>状态等。</a:t>
            </a:r>
            <a:endParaRPr lang="en-US" altLang="zh-CN" sz="1400" i="0" dirty="0">
              <a:effectLst/>
              <a:latin typeface="Segoe WPC"/>
            </a:endParaRPr>
          </a:p>
          <a:p>
            <a:pPr lvl="1">
              <a:buFont typeface="Arial" panose="020B0604020202020204" pitchFamily="34" charset="0"/>
              <a:buChar char="•"/>
            </a:pPr>
            <a:endParaRPr lang="zh-CN" altLang="en-US" sz="1400" i="0" dirty="0">
              <a:effectLst/>
              <a:latin typeface="Segoe WPC"/>
            </a:endParaRPr>
          </a:p>
          <a:p>
            <a:pPr algn="l">
              <a:buFont typeface="Arial" panose="020B0604020202020204" pitchFamily="34" charset="0"/>
              <a:buChar char="•"/>
            </a:pPr>
            <a:r>
              <a:rPr lang="en-US" altLang="zh-CN" sz="1400" i="0" dirty="0">
                <a:effectLst/>
                <a:latin typeface="Segoe WPC"/>
              </a:rPr>
              <a:t>DbSoftNvram.ComfStopSwitch_b1</a:t>
            </a:r>
            <a:r>
              <a:rPr lang="zh-CN" altLang="en-US" sz="1400" i="0" dirty="0">
                <a:effectLst/>
                <a:latin typeface="Segoe WPC"/>
              </a:rPr>
              <a:t>：</a:t>
            </a:r>
            <a:endParaRPr lang="en-US" altLang="zh-CN" sz="1400" i="0" dirty="0">
              <a:effectLst/>
              <a:latin typeface="Segoe WPC"/>
            </a:endParaRPr>
          </a:p>
          <a:p>
            <a:pPr lvl="1">
              <a:buFont typeface="Arial" panose="020B0604020202020204" pitchFamily="34" charset="0"/>
              <a:buChar char="•"/>
            </a:pPr>
            <a:r>
              <a:rPr lang="zh-CN" altLang="en-US" sz="1400" i="0" dirty="0">
                <a:effectLst/>
                <a:latin typeface="Segoe WPC"/>
              </a:rPr>
              <a:t>驾驶员</a:t>
            </a:r>
            <a:r>
              <a:rPr lang="en-US" altLang="zh-CN" sz="1400" i="0" dirty="0">
                <a:effectLst/>
                <a:latin typeface="Segoe WPC"/>
              </a:rPr>
              <a:t>/</a:t>
            </a:r>
            <a:r>
              <a:rPr lang="zh-CN" altLang="en-US" sz="1400" i="0" dirty="0">
                <a:effectLst/>
                <a:latin typeface="Segoe WPC"/>
              </a:rPr>
              <a:t>开关使能软停。</a:t>
            </a:r>
            <a:endParaRPr lang="en-US" altLang="zh-CN" sz="1400" i="0" dirty="0">
              <a:effectLst/>
              <a:latin typeface="Segoe WPC"/>
            </a:endParaRPr>
          </a:p>
          <a:p>
            <a:pPr lvl="1">
              <a:buFont typeface="Arial" panose="020B0604020202020204" pitchFamily="34" charset="0"/>
              <a:buChar char="•"/>
            </a:pPr>
            <a:endParaRPr lang="zh-CN" altLang="en-US" sz="1400" i="0" dirty="0">
              <a:effectLst/>
              <a:latin typeface="Segoe WPC"/>
            </a:endParaRPr>
          </a:p>
          <a:p>
            <a:pPr algn="l">
              <a:buFont typeface="Arial" panose="020B0604020202020204" pitchFamily="34" charset="0"/>
              <a:buChar char="•"/>
            </a:pPr>
            <a:r>
              <a:rPr lang="en-US" altLang="zh-CN" sz="1400" i="0" dirty="0" err="1">
                <a:effectLst/>
                <a:latin typeface="Segoe WPC"/>
              </a:rPr>
              <a:t>IsBrakeActive</a:t>
            </a:r>
            <a:r>
              <a:rPr lang="en-US" altLang="zh-CN" sz="1400" i="0" dirty="0">
                <a:effectLst/>
                <a:latin typeface="Segoe WPC"/>
              </a:rPr>
              <a:t>(BRK_CTRL_ARB_SSM)</a:t>
            </a:r>
            <a:r>
              <a:rPr lang="zh-CN" altLang="en-US" sz="1400" i="0" dirty="0">
                <a:effectLst/>
                <a:latin typeface="Segoe WPC"/>
              </a:rPr>
              <a:t>：</a:t>
            </a:r>
            <a:endParaRPr lang="en-US" altLang="zh-CN" sz="1400" i="0" dirty="0">
              <a:effectLst/>
              <a:latin typeface="Segoe WPC"/>
            </a:endParaRPr>
          </a:p>
          <a:p>
            <a:pPr lvl="1">
              <a:buFont typeface="Arial" panose="020B0604020202020204" pitchFamily="34" charset="0"/>
              <a:buChar char="•"/>
            </a:pPr>
            <a:r>
              <a:rPr lang="zh-CN" altLang="en-US" sz="1400" i="0" dirty="0">
                <a:effectLst/>
                <a:latin typeface="Segoe WPC"/>
              </a:rPr>
              <a:t>用于检测 </a:t>
            </a:r>
            <a:r>
              <a:rPr lang="en-US" altLang="zh-CN" sz="1400" i="0" dirty="0">
                <a:effectLst/>
                <a:latin typeface="Segoe WPC"/>
              </a:rPr>
              <a:t>SSM</a:t>
            </a:r>
            <a:r>
              <a:rPr lang="zh-CN" altLang="en-US" sz="1400" i="0" dirty="0">
                <a:effectLst/>
                <a:latin typeface="Segoe WPC"/>
              </a:rPr>
              <a:t>（特殊制动子系统）是否活动。</a:t>
            </a:r>
          </a:p>
        </p:txBody>
      </p:sp>
      <p:sp>
        <p:nvSpPr>
          <p:cNvPr id="6" name="文本框 5">
            <a:extLst>
              <a:ext uri="{FF2B5EF4-FFF2-40B4-BE49-F238E27FC236}">
                <a16:creationId xmlns:a16="http://schemas.microsoft.com/office/drawing/2014/main" id="{A4D0A777-FAD6-CC56-D069-7A48E2503512}"/>
              </a:ext>
            </a:extLst>
          </p:cNvPr>
          <p:cNvSpPr txBox="1"/>
          <p:nvPr/>
        </p:nvSpPr>
        <p:spPr>
          <a:xfrm>
            <a:off x="440267" y="237067"/>
            <a:ext cx="5130800" cy="461665"/>
          </a:xfrm>
          <a:prstGeom prst="rect">
            <a:avLst/>
          </a:prstGeom>
          <a:noFill/>
        </p:spPr>
        <p:txBody>
          <a:bodyPr wrap="square" rtlCol="0">
            <a:spAutoFit/>
          </a:bodyPr>
          <a:lstStyle/>
          <a:p>
            <a:r>
              <a:rPr lang="zh-CN" altLang="en-US" sz="2400" b="1" dirty="0"/>
              <a:t>主要输入：</a:t>
            </a:r>
          </a:p>
        </p:txBody>
      </p:sp>
      <p:sp>
        <p:nvSpPr>
          <p:cNvPr id="7" name="文本框 6">
            <a:extLst>
              <a:ext uri="{FF2B5EF4-FFF2-40B4-BE49-F238E27FC236}">
                <a16:creationId xmlns:a16="http://schemas.microsoft.com/office/drawing/2014/main" id="{4AD56ABB-2269-6968-F3D1-2D6690039FE3}"/>
              </a:ext>
            </a:extLst>
          </p:cNvPr>
          <p:cNvSpPr txBox="1"/>
          <p:nvPr/>
        </p:nvSpPr>
        <p:spPr>
          <a:xfrm>
            <a:off x="440267" y="3577216"/>
            <a:ext cx="5130800" cy="461665"/>
          </a:xfrm>
          <a:prstGeom prst="rect">
            <a:avLst/>
          </a:prstGeom>
          <a:noFill/>
        </p:spPr>
        <p:txBody>
          <a:bodyPr wrap="square" rtlCol="0">
            <a:spAutoFit/>
          </a:bodyPr>
          <a:lstStyle/>
          <a:p>
            <a:r>
              <a:rPr lang="zh-CN" altLang="en-US" sz="2400" b="1" dirty="0"/>
              <a:t>主要输出：</a:t>
            </a:r>
          </a:p>
        </p:txBody>
      </p:sp>
      <p:sp>
        <p:nvSpPr>
          <p:cNvPr id="9" name="文本框 8">
            <a:extLst>
              <a:ext uri="{FF2B5EF4-FFF2-40B4-BE49-F238E27FC236}">
                <a16:creationId xmlns:a16="http://schemas.microsoft.com/office/drawing/2014/main" id="{0895D0C9-CA4B-CE50-3D85-D8576C630BF7}"/>
              </a:ext>
            </a:extLst>
          </p:cNvPr>
          <p:cNvSpPr txBox="1"/>
          <p:nvPr/>
        </p:nvSpPr>
        <p:spPr>
          <a:xfrm>
            <a:off x="592666" y="4038881"/>
            <a:ext cx="11006667" cy="2462213"/>
          </a:xfrm>
          <a:prstGeom prst="rect">
            <a:avLst/>
          </a:prstGeom>
          <a:noFill/>
        </p:spPr>
        <p:txBody>
          <a:bodyPr wrap="square">
            <a:spAutoFit/>
          </a:bodyPr>
          <a:lstStyle/>
          <a:p>
            <a:pPr algn="l">
              <a:buFont typeface="Arial" panose="020B0604020202020204" pitchFamily="34" charset="0"/>
              <a:buChar char="•"/>
            </a:pPr>
            <a:r>
              <a:rPr lang="en-US" altLang="zh-CN" sz="1400" b="0" i="0" dirty="0">
                <a:effectLst/>
                <a:latin typeface="Segoe WPC"/>
              </a:rPr>
              <a:t>DbSoft.PressRequest_s16</a:t>
            </a:r>
            <a:r>
              <a:rPr lang="zh-CN" altLang="en-US" sz="1400" b="0" i="0" dirty="0">
                <a:effectLst/>
                <a:latin typeface="Segoe WPC"/>
              </a:rPr>
              <a:t>：</a:t>
            </a:r>
            <a:endParaRPr lang="en-US" altLang="zh-CN" sz="1400" b="0" i="0" dirty="0">
              <a:effectLst/>
              <a:latin typeface="Segoe WPC"/>
            </a:endParaRPr>
          </a:p>
          <a:p>
            <a:pPr lvl="1">
              <a:buFont typeface="Arial" panose="020B0604020202020204" pitchFamily="34" charset="0"/>
              <a:buChar char="•"/>
            </a:pPr>
            <a:r>
              <a:rPr lang="zh-CN" altLang="en-US" sz="1400" b="0" i="0" dirty="0">
                <a:effectLst/>
                <a:latin typeface="Segoe WPC"/>
              </a:rPr>
              <a:t>目标软停压力（单值，随后分发到每轮 </a:t>
            </a:r>
            <a:r>
              <a:rPr lang="en-US" altLang="zh-CN" sz="1400" b="0" i="0" dirty="0">
                <a:effectLst/>
                <a:latin typeface="Segoe WPC"/>
              </a:rPr>
              <a:t>PressReq_s16[...]</a:t>
            </a:r>
            <a:r>
              <a:rPr lang="zh-CN" altLang="en-US" sz="1400" b="0" i="0" dirty="0">
                <a:effectLst/>
                <a:latin typeface="Segoe WPC"/>
              </a:rPr>
              <a:t>）。</a:t>
            </a:r>
            <a:endParaRPr lang="en-US" altLang="zh-CN" sz="1400" b="0" i="0" dirty="0">
              <a:effectLst/>
              <a:latin typeface="Segoe WPC"/>
            </a:endParaRPr>
          </a:p>
          <a:p>
            <a:pPr lvl="1">
              <a:buFont typeface="Arial" panose="020B0604020202020204" pitchFamily="34" charset="0"/>
              <a:buChar char="•"/>
            </a:pPr>
            <a:endParaRPr lang="zh-CN" altLang="en-US" sz="1400" b="0" i="0" dirty="0">
              <a:effectLst/>
              <a:latin typeface="Segoe WPC"/>
            </a:endParaRPr>
          </a:p>
          <a:p>
            <a:pPr algn="l">
              <a:buFont typeface="Arial" panose="020B0604020202020204" pitchFamily="34" charset="0"/>
              <a:buChar char="•"/>
            </a:pPr>
            <a:r>
              <a:rPr lang="en-US" altLang="zh-CN" sz="1400" b="0" i="0" dirty="0">
                <a:effectLst/>
                <a:latin typeface="Segoe WPC"/>
              </a:rPr>
              <a:t>DbSoft.PressRate_s16</a:t>
            </a:r>
            <a:r>
              <a:rPr lang="zh-CN" altLang="en-US" sz="1400" b="0" i="0" dirty="0">
                <a:effectLst/>
                <a:latin typeface="Segoe WPC"/>
              </a:rPr>
              <a:t>：</a:t>
            </a:r>
            <a:endParaRPr lang="en-US" altLang="zh-CN" sz="1400" b="0" i="0" dirty="0">
              <a:effectLst/>
              <a:latin typeface="Segoe WPC"/>
            </a:endParaRPr>
          </a:p>
          <a:p>
            <a:pPr lvl="1">
              <a:buFont typeface="Arial" panose="020B0604020202020204" pitchFamily="34" charset="0"/>
              <a:buChar char="•"/>
            </a:pPr>
            <a:r>
              <a:rPr lang="zh-CN" altLang="en-US" sz="1400" b="0" i="0" dirty="0">
                <a:effectLst/>
                <a:latin typeface="Segoe WPC"/>
              </a:rPr>
              <a:t>压力变化速率请求（单位转换为 </a:t>
            </a:r>
            <a:r>
              <a:rPr lang="en-US" altLang="zh-CN" sz="1400" b="0" i="0" dirty="0">
                <a:effectLst/>
                <a:latin typeface="Segoe WPC"/>
              </a:rPr>
              <a:t>BAR/s</a:t>
            </a:r>
            <a:r>
              <a:rPr lang="zh-CN" altLang="en-US" sz="1400" b="0" i="0" dirty="0">
                <a:effectLst/>
                <a:latin typeface="Segoe WPC"/>
              </a:rPr>
              <a:t>）。</a:t>
            </a:r>
            <a:endParaRPr lang="en-US" altLang="zh-CN" sz="1400" b="0" i="0" dirty="0">
              <a:effectLst/>
              <a:latin typeface="Segoe WPC"/>
            </a:endParaRPr>
          </a:p>
          <a:p>
            <a:pPr lvl="1">
              <a:buFont typeface="Arial" panose="020B0604020202020204" pitchFamily="34" charset="0"/>
              <a:buChar char="•"/>
            </a:pPr>
            <a:endParaRPr lang="zh-CN" altLang="en-US" sz="1400" b="0" i="0" dirty="0">
              <a:effectLst/>
              <a:latin typeface="Segoe WPC"/>
            </a:endParaRPr>
          </a:p>
          <a:p>
            <a:pPr algn="l">
              <a:buFont typeface="Arial" panose="020B0604020202020204" pitchFamily="34" charset="0"/>
              <a:buChar char="•"/>
            </a:pPr>
            <a:r>
              <a:rPr lang="en-US" altLang="zh-CN" sz="1400" b="0" i="0" dirty="0">
                <a:effectLst/>
                <a:latin typeface="Segoe WPC"/>
              </a:rPr>
              <a:t>DbSoft.PressReqAct_b1 / PressReqState_u8</a:t>
            </a:r>
            <a:r>
              <a:rPr lang="zh-CN" altLang="en-US" sz="1400" b="0" i="0" dirty="0">
                <a:effectLst/>
                <a:latin typeface="Segoe WPC"/>
              </a:rPr>
              <a:t>：</a:t>
            </a:r>
            <a:endParaRPr lang="en-US" altLang="zh-CN" sz="1400" b="0" i="0" dirty="0">
              <a:effectLst/>
              <a:latin typeface="Segoe WPC"/>
            </a:endParaRPr>
          </a:p>
          <a:p>
            <a:pPr lvl="1">
              <a:buFont typeface="Arial" panose="020B0604020202020204" pitchFamily="34" charset="0"/>
              <a:buChar char="•"/>
            </a:pPr>
            <a:r>
              <a:rPr lang="zh-CN" altLang="en-US" sz="1400" b="0" i="0" dirty="0">
                <a:effectLst/>
                <a:latin typeface="Segoe WPC"/>
              </a:rPr>
              <a:t>激活标志与状态。</a:t>
            </a:r>
            <a:endParaRPr lang="en-US" altLang="zh-CN" sz="1400" b="0" i="0" dirty="0">
              <a:effectLst/>
              <a:latin typeface="Segoe WPC"/>
            </a:endParaRPr>
          </a:p>
          <a:p>
            <a:pPr lvl="1">
              <a:buFont typeface="Arial" panose="020B0604020202020204" pitchFamily="34" charset="0"/>
              <a:buChar char="•"/>
            </a:pPr>
            <a:endParaRPr lang="zh-CN" altLang="en-US" sz="1400" b="0" i="0" dirty="0">
              <a:effectLst/>
              <a:latin typeface="Segoe WPC"/>
            </a:endParaRPr>
          </a:p>
          <a:p>
            <a:pPr algn="l">
              <a:buFont typeface="Arial" panose="020B0604020202020204" pitchFamily="34" charset="0"/>
              <a:buChar char="•"/>
            </a:pPr>
            <a:r>
              <a:rPr lang="zh-CN" altLang="en-US" sz="1400" b="0" i="0" dirty="0">
                <a:effectLst/>
                <a:latin typeface="Segoe WPC"/>
              </a:rPr>
              <a:t>对每轮：</a:t>
            </a:r>
            <a:endParaRPr lang="en-US" altLang="zh-CN" sz="1400" b="0" i="0" dirty="0">
              <a:effectLst/>
              <a:latin typeface="Segoe WPC"/>
            </a:endParaRPr>
          </a:p>
          <a:p>
            <a:pPr lvl="1">
              <a:buFont typeface="Arial" panose="020B0604020202020204" pitchFamily="34" charset="0"/>
              <a:buChar char="•"/>
            </a:pPr>
            <a:r>
              <a:rPr lang="en-US" altLang="zh-CN" sz="1400" b="0" i="0" dirty="0">
                <a:effectLst/>
                <a:latin typeface="Segoe WPC"/>
              </a:rPr>
              <a:t>DbSoft.PressReq_s16[</a:t>
            </a:r>
            <a:r>
              <a:rPr lang="en-US" altLang="zh-CN" sz="1400" b="0" i="0" dirty="0" err="1">
                <a:effectLst/>
                <a:latin typeface="Segoe WPC"/>
              </a:rPr>
              <a:t>whl</a:t>
            </a:r>
            <a:r>
              <a:rPr lang="en-US" altLang="zh-CN" sz="1400" b="0" i="0" dirty="0">
                <a:effectLst/>
                <a:latin typeface="Segoe WPC"/>
              </a:rPr>
              <a:t>], DbSoft.PressRateReq_s16[</a:t>
            </a:r>
            <a:r>
              <a:rPr lang="en-US" altLang="zh-CN" sz="1400" b="0" i="0" dirty="0" err="1">
                <a:effectLst/>
                <a:latin typeface="Segoe WPC"/>
              </a:rPr>
              <a:t>whl</a:t>
            </a:r>
            <a:r>
              <a:rPr lang="en-US" altLang="zh-CN" sz="1400" b="0" i="0" dirty="0">
                <a:effectLst/>
                <a:latin typeface="Segoe WPC"/>
              </a:rPr>
              <a:t>], DbSoft.PressReqAct_b1[</a:t>
            </a:r>
            <a:r>
              <a:rPr lang="en-US" altLang="zh-CN" sz="1400" b="0" i="0" dirty="0" err="1">
                <a:effectLst/>
                <a:latin typeface="Segoe WPC"/>
              </a:rPr>
              <a:t>whl</a:t>
            </a:r>
            <a:r>
              <a:rPr lang="en-US" altLang="zh-CN" sz="1400" b="0" i="0" dirty="0">
                <a:effectLst/>
                <a:latin typeface="Segoe WPC"/>
              </a:rPr>
              <a:t>]</a:t>
            </a:r>
          </a:p>
        </p:txBody>
      </p:sp>
    </p:spTree>
    <p:extLst>
      <p:ext uri="{BB962C8B-B14F-4D97-AF65-F5344CB8AC3E}">
        <p14:creationId xmlns:p14="http://schemas.microsoft.com/office/powerpoint/2010/main" val="16760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A4D257E3-6FFC-37F8-4CEE-76044693C431}"/>
              </a:ext>
            </a:extLst>
          </p:cNvPr>
          <p:cNvPicPr>
            <a:picLocks noChangeAspect="1"/>
          </p:cNvPicPr>
          <p:nvPr/>
        </p:nvPicPr>
        <p:blipFill>
          <a:blip r:embed="rId2"/>
          <a:stretch>
            <a:fillRect/>
          </a:stretch>
        </p:blipFill>
        <p:spPr>
          <a:xfrm>
            <a:off x="693127" y="589214"/>
            <a:ext cx="10329812" cy="2331786"/>
          </a:xfrm>
          <a:prstGeom prst="rect">
            <a:avLst/>
          </a:prstGeom>
        </p:spPr>
      </p:pic>
      <p:sp>
        <p:nvSpPr>
          <p:cNvPr id="7" name="文本框 6">
            <a:extLst>
              <a:ext uri="{FF2B5EF4-FFF2-40B4-BE49-F238E27FC236}">
                <a16:creationId xmlns:a16="http://schemas.microsoft.com/office/drawing/2014/main" id="{847A6710-6CF3-CF68-6D06-5CA4E3904434}"/>
              </a:ext>
            </a:extLst>
          </p:cNvPr>
          <p:cNvSpPr txBox="1"/>
          <p:nvPr/>
        </p:nvSpPr>
        <p:spPr>
          <a:xfrm>
            <a:off x="2192867" y="4267953"/>
            <a:ext cx="8585200" cy="358944"/>
          </a:xfrm>
          <a:prstGeom prst="rect">
            <a:avLst/>
          </a:prstGeom>
          <a:noFill/>
        </p:spPr>
        <p:txBody>
          <a:bodyPr wrap="square">
            <a:spAutoFit/>
          </a:bodyPr>
          <a:lstStyle/>
          <a:p>
            <a:pPr>
              <a:lnSpc>
                <a:spcPts val="1425"/>
              </a:lnSpc>
            </a:pPr>
            <a:r>
              <a:rPr lang="en-US" altLang="zh-CN" sz="4000" b="0" dirty="0">
                <a:solidFill>
                  <a:srgbClr val="DB7079"/>
                </a:solidFill>
                <a:effectLst/>
                <a:latin typeface="Consolas" panose="020B0609020204030204" pitchFamily="49" charset="0"/>
              </a:rPr>
              <a:t>DbSoft</a:t>
            </a:r>
            <a:r>
              <a:rPr lang="en-US" altLang="zh-CN" sz="4000" b="0" dirty="0">
                <a:solidFill>
                  <a:srgbClr val="ABB2BF"/>
                </a:solidFill>
                <a:effectLst/>
                <a:latin typeface="Consolas" panose="020B0609020204030204" pitchFamily="49" charset="0"/>
              </a:rPr>
              <a:t>.</a:t>
            </a:r>
            <a:r>
              <a:rPr lang="en-US" altLang="zh-CN" sz="4000" b="0" dirty="0">
                <a:solidFill>
                  <a:srgbClr val="DB7079"/>
                </a:solidFill>
                <a:effectLst/>
                <a:latin typeface="Consolas" panose="020B0609020204030204" pitchFamily="49" charset="0"/>
              </a:rPr>
              <a:t>u</a:t>
            </a:r>
            <a:r>
              <a:rPr lang="en-US" altLang="zh-CN" sz="4000" b="0" dirty="0">
                <a:solidFill>
                  <a:srgbClr val="ABB2BF"/>
                </a:solidFill>
                <a:effectLst/>
                <a:latin typeface="Consolas" panose="020B0609020204030204" pitchFamily="49" charset="0"/>
              </a:rPr>
              <a:t>.</a:t>
            </a:r>
            <a:r>
              <a:rPr lang="en-US" altLang="zh-CN" sz="4000" b="0" dirty="0">
                <a:solidFill>
                  <a:srgbClr val="DB7079"/>
                </a:solidFill>
                <a:effectLst/>
                <a:latin typeface="Consolas" panose="020B0609020204030204" pitchFamily="49" charset="0"/>
              </a:rPr>
              <a:t>Flg</a:t>
            </a:r>
            <a:r>
              <a:rPr lang="en-US" altLang="zh-CN" sz="4000" b="0" dirty="0">
                <a:solidFill>
                  <a:srgbClr val="ABB2BF"/>
                </a:solidFill>
                <a:effectLst/>
                <a:latin typeface="Consolas" panose="020B0609020204030204" pitchFamily="49" charset="0"/>
              </a:rPr>
              <a:t>.</a:t>
            </a:r>
            <a:r>
              <a:rPr lang="en-US" altLang="zh-CN" sz="4000" b="0" dirty="0">
                <a:solidFill>
                  <a:srgbClr val="DB7079"/>
                </a:solidFill>
                <a:effectLst/>
                <a:latin typeface="Consolas" panose="020B0609020204030204" pitchFamily="49" charset="0"/>
              </a:rPr>
              <a:t>SwitchInh_b1</a:t>
            </a:r>
            <a:endParaRPr lang="en-US" altLang="zh-CN" sz="4000" b="0" dirty="0">
              <a:solidFill>
                <a:srgbClr val="ABB2BF"/>
              </a:solidFill>
              <a:effectLst/>
              <a:latin typeface="Consolas" panose="020B0609020204030204" pitchFamily="49" charset="0"/>
            </a:endParaRPr>
          </a:p>
        </p:txBody>
      </p:sp>
    </p:spTree>
    <p:extLst>
      <p:ext uri="{BB962C8B-B14F-4D97-AF65-F5344CB8AC3E}">
        <p14:creationId xmlns:p14="http://schemas.microsoft.com/office/powerpoint/2010/main" val="36741935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2110859-D5F9-8D9E-39C7-21FB1FFAA401}"/>
              </a:ext>
            </a:extLst>
          </p:cNvPr>
          <p:cNvPicPr>
            <a:picLocks noChangeAspect="1"/>
          </p:cNvPicPr>
          <p:nvPr/>
        </p:nvPicPr>
        <p:blipFill>
          <a:blip r:embed="rId2"/>
          <a:stretch>
            <a:fillRect/>
          </a:stretch>
        </p:blipFill>
        <p:spPr>
          <a:xfrm>
            <a:off x="552225" y="217937"/>
            <a:ext cx="9235241" cy="3277899"/>
          </a:xfrm>
          <a:prstGeom prst="rect">
            <a:avLst/>
          </a:prstGeom>
        </p:spPr>
      </p:pic>
      <p:sp>
        <p:nvSpPr>
          <p:cNvPr id="6" name="文本框 5">
            <a:extLst>
              <a:ext uri="{FF2B5EF4-FFF2-40B4-BE49-F238E27FC236}">
                <a16:creationId xmlns:a16="http://schemas.microsoft.com/office/drawing/2014/main" id="{5CA3FBDA-B2FA-2574-4FD0-9672898777CD}"/>
              </a:ext>
            </a:extLst>
          </p:cNvPr>
          <p:cNvSpPr txBox="1"/>
          <p:nvPr/>
        </p:nvSpPr>
        <p:spPr>
          <a:xfrm>
            <a:off x="477520" y="3901440"/>
            <a:ext cx="8249920" cy="1477328"/>
          </a:xfrm>
          <a:prstGeom prst="rect">
            <a:avLst/>
          </a:prstGeom>
          <a:noFill/>
        </p:spPr>
        <p:txBody>
          <a:bodyPr wrap="square" rtlCol="0">
            <a:spAutoFit/>
          </a:bodyPr>
          <a:lstStyle/>
          <a:p>
            <a:r>
              <a:rPr lang="zh-CN" altLang="en-US"/>
              <a:t>加速度有效性</a:t>
            </a:r>
            <a:endParaRPr lang="en-US" altLang="zh-CN"/>
          </a:p>
          <a:p>
            <a:r>
              <a:rPr lang="zh-CN" altLang="en-US"/>
              <a:t>轮速有效性</a:t>
            </a:r>
            <a:endParaRPr lang="en-US" altLang="zh-CN"/>
          </a:p>
          <a:p>
            <a:r>
              <a:rPr lang="zh-CN" altLang="en-US"/>
              <a:t>制动踏板位置有效性</a:t>
            </a:r>
            <a:endParaRPr lang="en-US" altLang="zh-CN"/>
          </a:p>
          <a:p>
            <a:r>
              <a:rPr lang="en-US" altLang="zh-CN"/>
              <a:t>Axle torque </a:t>
            </a:r>
            <a:r>
              <a:rPr lang="zh-CN" altLang="en-US"/>
              <a:t>有效性</a:t>
            </a:r>
            <a:endParaRPr lang="en-US" altLang="zh-CN"/>
          </a:p>
          <a:p>
            <a:endParaRPr lang="en-US" altLang="zh-CN" dirty="0"/>
          </a:p>
        </p:txBody>
      </p:sp>
      <p:sp>
        <p:nvSpPr>
          <p:cNvPr id="8" name="文本框 7">
            <a:extLst>
              <a:ext uri="{FF2B5EF4-FFF2-40B4-BE49-F238E27FC236}">
                <a16:creationId xmlns:a16="http://schemas.microsoft.com/office/drawing/2014/main" id="{0D0F2EAB-3FFD-5212-C0A3-A199862F8DE0}"/>
              </a:ext>
            </a:extLst>
          </p:cNvPr>
          <p:cNvSpPr txBox="1"/>
          <p:nvPr/>
        </p:nvSpPr>
        <p:spPr>
          <a:xfrm>
            <a:off x="4309533" y="4327591"/>
            <a:ext cx="7662334" cy="358944"/>
          </a:xfrm>
          <a:prstGeom prst="rect">
            <a:avLst/>
          </a:prstGeom>
          <a:noFill/>
        </p:spPr>
        <p:txBody>
          <a:bodyPr wrap="square">
            <a:spAutoFit/>
          </a:bodyPr>
          <a:lstStyle/>
          <a:p>
            <a:pPr>
              <a:lnSpc>
                <a:spcPts val="1425"/>
              </a:lnSpc>
            </a:pPr>
            <a:r>
              <a:rPr lang="en-US" altLang="zh-CN" sz="4000" b="0" dirty="0">
                <a:solidFill>
                  <a:srgbClr val="DB7079"/>
                </a:solidFill>
                <a:effectLst/>
                <a:latin typeface="Consolas" panose="020B0609020204030204" pitchFamily="49" charset="0"/>
              </a:rPr>
              <a:t>DbSoft</a:t>
            </a:r>
            <a:r>
              <a:rPr lang="en-US" altLang="zh-CN" sz="4000" b="0" dirty="0">
                <a:solidFill>
                  <a:srgbClr val="ABB2BF"/>
                </a:solidFill>
                <a:effectLst/>
                <a:latin typeface="Consolas" panose="020B0609020204030204" pitchFamily="49" charset="0"/>
              </a:rPr>
              <a:t>.</a:t>
            </a:r>
            <a:r>
              <a:rPr lang="en-US" altLang="zh-CN" sz="4000" b="0" dirty="0">
                <a:solidFill>
                  <a:srgbClr val="DB7079"/>
                </a:solidFill>
                <a:effectLst/>
                <a:latin typeface="Consolas" panose="020B0609020204030204" pitchFamily="49" charset="0"/>
              </a:rPr>
              <a:t>u</a:t>
            </a:r>
            <a:r>
              <a:rPr lang="en-US" altLang="zh-CN" sz="4000" b="0" dirty="0">
                <a:solidFill>
                  <a:srgbClr val="ABB2BF"/>
                </a:solidFill>
                <a:effectLst/>
                <a:latin typeface="Consolas" panose="020B0609020204030204" pitchFamily="49" charset="0"/>
              </a:rPr>
              <a:t>.</a:t>
            </a:r>
            <a:r>
              <a:rPr lang="en-US" altLang="zh-CN" sz="4000" b="0" dirty="0">
                <a:solidFill>
                  <a:srgbClr val="DB7079"/>
                </a:solidFill>
                <a:effectLst/>
                <a:latin typeface="Consolas" panose="020B0609020204030204" pitchFamily="49" charset="0"/>
              </a:rPr>
              <a:t>Flg</a:t>
            </a:r>
            <a:r>
              <a:rPr lang="en-US" altLang="zh-CN" sz="4000" b="0" dirty="0">
                <a:solidFill>
                  <a:srgbClr val="ABB2BF"/>
                </a:solidFill>
                <a:effectLst/>
                <a:latin typeface="Consolas" panose="020B0609020204030204" pitchFamily="49" charset="0"/>
              </a:rPr>
              <a:t>.</a:t>
            </a:r>
            <a:r>
              <a:rPr lang="en-US" altLang="zh-CN" sz="4000" b="0" dirty="0">
                <a:solidFill>
                  <a:srgbClr val="DB7079"/>
                </a:solidFill>
                <a:effectLst/>
                <a:latin typeface="Consolas" panose="020B0609020204030204" pitchFamily="49" charset="0"/>
              </a:rPr>
              <a:t>SignalInh_b1</a:t>
            </a:r>
            <a:endParaRPr lang="en-US" altLang="zh-CN" sz="4000" b="0" dirty="0">
              <a:solidFill>
                <a:srgbClr val="ABB2BF"/>
              </a:solidFill>
              <a:effectLst/>
              <a:latin typeface="Consolas" panose="020B0609020204030204" pitchFamily="49" charset="0"/>
            </a:endParaRPr>
          </a:p>
        </p:txBody>
      </p:sp>
    </p:spTree>
    <p:extLst>
      <p:ext uri="{BB962C8B-B14F-4D97-AF65-F5344CB8AC3E}">
        <p14:creationId xmlns:p14="http://schemas.microsoft.com/office/powerpoint/2010/main" val="649966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E570F73-1941-8D3F-4983-F80751C0D454}"/>
              </a:ext>
            </a:extLst>
          </p:cNvPr>
          <p:cNvPicPr>
            <a:picLocks noChangeAspect="1"/>
          </p:cNvPicPr>
          <p:nvPr/>
        </p:nvPicPr>
        <p:blipFill>
          <a:blip r:embed="rId2"/>
          <a:stretch>
            <a:fillRect/>
          </a:stretch>
        </p:blipFill>
        <p:spPr>
          <a:xfrm>
            <a:off x="364245" y="1153110"/>
            <a:ext cx="11065021" cy="2275890"/>
          </a:xfrm>
          <a:prstGeom prst="rect">
            <a:avLst/>
          </a:prstGeom>
        </p:spPr>
      </p:pic>
      <p:sp>
        <p:nvSpPr>
          <p:cNvPr id="7" name="文本框 6">
            <a:extLst>
              <a:ext uri="{FF2B5EF4-FFF2-40B4-BE49-F238E27FC236}">
                <a16:creationId xmlns:a16="http://schemas.microsoft.com/office/drawing/2014/main" id="{5B078B51-CD17-14FE-64A6-9D0DB9A9B98D}"/>
              </a:ext>
            </a:extLst>
          </p:cNvPr>
          <p:cNvSpPr txBox="1"/>
          <p:nvPr/>
        </p:nvSpPr>
        <p:spPr>
          <a:xfrm>
            <a:off x="1837265" y="4623554"/>
            <a:ext cx="7780867" cy="345736"/>
          </a:xfrm>
          <a:prstGeom prst="rect">
            <a:avLst/>
          </a:prstGeom>
          <a:noFill/>
        </p:spPr>
        <p:txBody>
          <a:bodyPr wrap="square">
            <a:spAutoFit/>
          </a:bodyPr>
          <a:lstStyle/>
          <a:p>
            <a:pPr>
              <a:lnSpc>
                <a:spcPts val="1425"/>
              </a:lnSpc>
            </a:pPr>
            <a:r>
              <a:rPr lang="en-US" altLang="zh-CN" sz="3600" b="0" dirty="0">
                <a:solidFill>
                  <a:srgbClr val="DB7079"/>
                </a:solidFill>
                <a:effectLst/>
                <a:latin typeface="Consolas" panose="020B0609020204030204" pitchFamily="49" charset="0"/>
              </a:rPr>
              <a:t>DbSoft</a:t>
            </a:r>
            <a:r>
              <a:rPr lang="en-US" altLang="zh-CN" sz="3600" b="0" dirty="0">
                <a:solidFill>
                  <a:srgbClr val="ABB2BF"/>
                </a:solidFill>
                <a:effectLst/>
                <a:latin typeface="Consolas" panose="020B0609020204030204" pitchFamily="49" charset="0"/>
              </a:rPr>
              <a:t>.</a:t>
            </a:r>
            <a:r>
              <a:rPr lang="en-US" altLang="zh-CN" sz="3600" b="0" dirty="0">
                <a:solidFill>
                  <a:srgbClr val="DB7079"/>
                </a:solidFill>
                <a:effectLst/>
                <a:latin typeface="Consolas" panose="020B0609020204030204" pitchFamily="49" charset="0"/>
              </a:rPr>
              <a:t>u</a:t>
            </a:r>
            <a:r>
              <a:rPr lang="en-US" altLang="zh-CN" sz="3600" b="0" dirty="0">
                <a:solidFill>
                  <a:srgbClr val="ABB2BF"/>
                </a:solidFill>
                <a:effectLst/>
                <a:latin typeface="Consolas" panose="020B0609020204030204" pitchFamily="49" charset="0"/>
              </a:rPr>
              <a:t>.</a:t>
            </a:r>
            <a:r>
              <a:rPr lang="en-US" altLang="zh-CN" sz="3600" b="0" dirty="0">
                <a:solidFill>
                  <a:srgbClr val="DB7079"/>
                </a:solidFill>
                <a:effectLst/>
                <a:latin typeface="Consolas" panose="020B0609020204030204" pitchFamily="49" charset="0"/>
              </a:rPr>
              <a:t>Flg</a:t>
            </a:r>
            <a:r>
              <a:rPr lang="en-US" altLang="zh-CN" sz="3600" b="0" dirty="0">
                <a:solidFill>
                  <a:srgbClr val="ABB2BF"/>
                </a:solidFill>
                <a:effectLst/>
                <a:latin typeface="Consolas" panose="020B0609020204030204" pitchFamily="49" charset="0"/>
              </a:rPr>
              <a:t>.</a:t>
            </a:r>
            <a:r>
              <a:rPr lang="en-US" altLang="zh-CN" sz="3600" b="0" dirty="0">
                <a:solidFill>
                  <a:srgbClr val="DB7079"/>
                </a:solidFill>
                <a:effectLst/>
                <a:latin typeface="Consolas" panose="020B0609020204030204" pitchFamily="49" charset="0"/>
              </a:rPr>
              <a:t>BoostInh_b1</a:t>
            </a:r>
            <a:endParaRPr lang="en-US" altLang="zh-CN" sz="3600" b="0" dirty="0">
              <a:solidFill>
                <a:srgbClr val="ABB2BF"/>
              </a:solidFill>
              <a:effectLst/>
              <a:latin typeface="Consolas" panose="020B0609020204030204" pitchFamily="49" charset="0"/>
            </a:endParaRPr>
          </a:p>
        </p:txBody>
      </p:sp>
    </p:spTree>
    <p:extLst>
      <p:ext uri="{BB962C8B-B14F-4D97-AF65-F5344CB8AC3E}">
        <p14:creationId xmlns:p14="http://schemas.microsoft.com/office/powerpoint/2010/main" val="675202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0C2C3C7-BC77-C029-F547-62D520D7F2F7}"/>
              </a:ext>
            </a:extLst>
          </p:cNvPr>
          <p:cNvSpPr txBox="1"/>
          <p:nvPr/>
        </p:nvSpPr>
        <p:spPr>
          <a:xfrm>
            <a:off x="423334" y="437572"/>
            <a:ext cx="10642600" cy="954107"/>
          </a:xfrm>
          <a:prstGeom prst="rect">
            <a:avLst/>
          </a:prstGeom>
          <a:noFill/>
        </p:spPr>
        <p:txBody>
          <a:bodyPr wrap="square">
            <a:spAutoFit/>
          </a:bodyPr>
          <a:lstStyle/>
          <a:p>
            <a:pPr algn="l">
              <a:buFont typeface="+mj-lt"/>
              <a:buAutoNum type="arabicPeriod"/>
            </a:pPr>
            <a:r>
              <a:rPr lang="zh-CN" altLang="en-US" sz="1400" b="1" i="0" dirty="0">
                <a:effectLst/>
                <a:latin typeface="Segoe WPC"/>
              </a:rPr>
              <a:t>其它性能子系统冲突保护（</a:t>
            </a:r>
            <a:r>
              <a:rPr lang="en-US" altLang="zh-CN" sz="1400" b="1" i="0" dirty="0">
                <a:effectLst/>
                <a:latin typeface="Segoe WPC"/>
              </a:rPr>
              <a:t>Perf / Arb</a:t>
            </a:r>
            <a:r>
              <a:rPr lang="zh-CN" altLang="en-US" sz="1400" b="1" i="0" dirty="0">
                <a:effectLst/>
                <a:latin typeface="Segoe WPC"/>
              </a:rPr>
              <a:t>）</a:t>
            </a:r>
          </a:p>
          <a:p>
            <a:pPr marL="742950" lvl="1" indent="-285750" algn="l">
              <a:buFont typeface="+mj-lt"/>
              <a:buAutoNum type="arabicPeriod"/>
            </a:pPr>
            <a:r>
              <a:rPr lang="zh-CN" altLang="en-US" sz="1400" b="1" i="0" dirty="0">
                <a:effectLst/>
                <a:latin typeface="Segoe WPC"/>
              </a:rPr>
              <a:t>若 </a:t>
            </a:r>
            <a:r>
              <a:rPr lang="en-US" altLang="zh-CN" sz="1400" b="1" i="0" dirty="0">
                <a:effectLst/>
                <a:latin typeface="Segoe WPC"/>
              </a:rPr>
              <a:t>DbIn.u.Flg.OthPerfAct_b1 </a:t>
            </a:r>
            <a:r>
              <a:rPr lang="zh-CN" altLang="en-US" sz="1400" b="1" i="0" dirty="0">
                <a:effectLst/>
                <a:latin typeface="Segoe WPC"/>
              </a:rPr>
              <a:t>为真，置 </a:t>
            </a:r>
            <a:r>
              <a:rPr lang="en-US" altLang="zh-CN" sz="1400" b="1" i="0" dirty="0">
                <a:effectLst/>
                <a:latin typeface="Segoe WPC"/>
              </a:rPr>
              <a:t>OthPerfInh_b1=true </a:t>
            </a:r>
            <a:r>
              <a:rPr lang="zh-CN" altLang="en-US" sz="1400" b="1" i="0" dirty="0">
                <a:effectLst/>
                <a:latin typeface="Segoe WPC"/>
              </a:rPr>
              <a:t>并将 </a:t>
            </a:r>
            <a:r>
              <a:rPr lang="en-US" altLang="zh-CN" sz="1400" b="1" i="0" dirty="0" err="1">
                <a:effectLst/>
                <a:latin typeface="Segoe WPC"/>
              </a:rPr>
              <a:t>PerfDelayTimer</a:t>
            </a:r>
            <a:r>
              <a:rPr lang="en-US" altLang="zh-CN" sz="1400" b="1" i="0" dirty="0">
                <a:effectLst/>
                <a:latin typeface="Segoe WPC"/>
              </a:rPr>
              <a:t> </a:t>
            </a:r>
            <a:r>
              <a:rPr lang="zh-CN" altLang="en-US" sz="1400" b="1" i="0" dirty="0">
                <a:effectLst/>
                <a:latin typeface="Segoe WPC"/>
              </a:rPr>
              <a:t>置为常数 </a:t>
            </a:r>
            <a:r>
              <a:rPr lang="en-US" altLang="zh-CN" sz="1400" b="1" i="0" dirty="0">
                <a:effectLst/>
                <a:latin typeface="Segoe WPC"/>
              </a:rPr>
              <a:t>DB_SOFT_DELAY_TIME_S16</a:t>
            </a:r>
          </a:p>
          <a:p>
            <a:pPr marL="742950" lvl="1" indent="-285750" algn="l">
              <a:buFont typeface="+mj-lt"/>
              <a:buAutoNum type="arabicPeriod"/>
            </a:pPr>
            <a:r>
              <a:rPr lang="zh-CN" altLang="en-US" sz="1400" b="1" i="0" dirty="0">
                <a:effectLst/>
                <a:latin typeface="Segoe WPC"/>
              </a:rPr>
              <a:t>否则以 </a:t>
            </a:r>
            <a:r>
              <a:rPr lang="en-US" altLang="zh-CN" sz="1400" b="1" i="0" dirty="0">
                <a:effectLst/>
                <a:latin typeface="Segoe WPC"/>
              </a:rPr>
              <a:t>DB_TIMEBASE </a:t>
            </a:r>
            <a:r>
              <a:rPr lang="zh-CN" altLang="en-US" sz="1400" b="1" i="0" dirty="0">
                <a:effectLst/>
                <a:latin typeface="Segoe WPC"/>
              </a:rPr>
              <a:t>递减 </a:t>
            </a:r>
            <a:r>
              <a:rPr lang="en-US" altLang="zh-CN" sz="1400" b="1" i="0" dirty="0" err="1">
                <a:effectLst/>
                <a:latin typeface="Segoe WPC"/>
              </a:rPr>
              <a:t>PerfDelayTimer</a:t>
            </a:r>
            <a:r>
              <a:rPr lang="zh-CN" altLang="en-US" sz="1400" b="1" i="0" dirty="0">
                <a:effectLst/>
                <a:latin typeface="Segoe WPC"/>
              </a:rPr>
              <a:t>，到 </a:t>
            </a:r>
            <a:r>
              <a:rPr lang="en-US" altLang="zh-CN" sz="1400" b="1" i="0" dirty="0">
                <a:effectLst/>
                <a:latin typeface="Segoe WPC"/>
              </a:rPr>
              <a:t>0 </a:t>
            </a:r>
            <a:r>
              <a:rPr lang="zh-CN" altLang="en-US" sz="1400" b="1" i="0" dirty="0">
                <a:effectLst/>
                <a:latin typeface="Segoe WPC"/>
              </a:rPr>
              <a:t>再清除 </a:t>
            </a:r>
            <a:r>
              <a:rPr lang="en-US" altLang="zh-CN" sz="1400" b="1" i="0" dirty="0">
                <a:effectLst/>
                <a:latin typeface="Segoe WPC"/>
              </a:rPr>
              <a:t>OthPerfInh_b1</a:t>
            </a:r>
          </a:p>
          <a:p>
            <a:pPr marL="742950" lvl="1" indent="-285750" algn="l">
              <a:buFont typeface="+mj-lt"/>
              <a:buAutoNum type="arabicPeriod"/>
            </a:pPr>
            <a:r>
              <a:rPr lang="zh-CN" altLang="en-US" sz="1400" b="1" i="0" dirty="0">
                <a:effectLst/>
                <a:latin typeface="Segoe WPC"/>
              </a:rPr>
              <a:t>目的：若其他子系统刚激活</a:t>
            </a:r>
            <a:r>
              <a:rPr lang="en-US" altLang="zh-CN" sz="1400" b="1" i="0" dirty="0">
                <a:effectLst/>
                <a:latin typeface="Segoe WPC"/>
              </a:rPr>
              <a:t>/</a:t>
            </a:r>
            <a:r>
              <a:rPr lang="zh-CN" altLang="en-US" sz="1400" b="1" i="0" dirty="0">
                <a:effectLst/>
                <a:latin typeface="Segoe WPC"/>
              </a:rPr>
              <a:t>刚取消，短延时内禁止软停以避免冲突</a:t>
            </a:r>
            <a:r>
              <a:rPr lang="en-US" altLang="zh-CN" sz="1400" b="1" i="0" dirty="0">
                <a:effectLst/>
                <a:latin typeface="Segoe WPC"/>
              </a:rPr>
              <a:t>/</a:t>
            </a:r>
            <a:r>
              <a:rPr lang="zh-CN" altLang="en-US" sz="1400" b="1" i="0" dirty="0">
                <a:effectLst/>
                <a:latin typeface="Segoe WPC"/>
              </a:rPr>
              <a:t>跳变</a:t>
            </a:r>
          </a:p>
        </p:txBody>
      </p:sp>
      <p:pic>
        <p:nvPicPr>
          <p:cNvPr id="3" name="图片 2">
            <a:extLst>
              <a:ext uri="{FF2B5EF4-FFF2-40B4-BE49-F238E27FC236}">
                <a16:creationId xmlns:a16="http://schemas.microsoft.com/office/drawing/2014/main" id="{C1184941-328E-EFF5-3676-332503CDDC57}"/>
              </a:ext>
            </a:extLst>
          </p:cNvPr>
          <p:cNvPicPr>
            <a:picLocks noChangeAspect="1"/>
          </p:cNvPicPr>
          <p:nvPr/>
        </p:nvPicPr>
        <p:blipFill>
          <a:blip r:embed="rId2"/>
          <a:stretch>
            <a:fillRect/>
          </a:stretch>
        </p:blipFill>
        <p:spPr>
          <a:xfrm>
            <a:off x="872976" y="1813524"/>
            <a:ext cx="5842834" cy="4308143"/>
          </a:xfrm>
          <a:prstGeom prst="rect">
            <a:avLst/>
          </a:prstGeom>
        </p:spPr>
      </p:pic>
    </p:spTree>
    <p:extLst>
      <p:ext uri="{BB962C8B-B14F-4D97-AF65-F5344CB8AC3E}">
        <p14:creationId xmlns:p14="http://schemas.microsoft.com/office/powerpoint/2010/main" val="2145895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CE066E9-2A9D-E9BD-5875-4246017E9479}"/>
              </a:ext>
            </a:extLst>
          </p:cNvPr>
          <p:cNvPicPr>
            <a:picLocks noChangeAspect="1"/>
          </p:cNvPicPr>
          <p:nvPr/>
        </p:nvPicPr>
        <p:blipFill>
          <a:blip r:embed="rId2"/>
          <a:stretch>
            <a:fillRect/>
          </a:stretch>
        </p:blipFill>
        <p:spPr>
          <a:xfrm>
            <a:off x="587647" y="477878"/>
            <a:ext cx="8375106" cy="1516511"/>
          </a:xfrm>
          <a:prstGeom prst="rect">
            <a:avLst/>
          </a:prstGeom>
        </p:spPr>
      </p:pic>
      <p:sp>
        <p:nvSpPr>
          <p:cNvPr id="7" name="文本框 6">
            <a:extLst>
              <a:ext uri="{FF2B5EF4-FFF2-40B4-BE49-F238E27FC236}">
                <a16:creationId xmlns:a16="http://schemas.microsoft.com/office/drawing/2014/main" id="{3C444637-1AAD-BFC5-C16D-EEC56BB2F43A}"/>
              </a:ext>
            </a:extLst>
          </p:cNvPr>
          <p:cNvSpPr txBox="1"/>
          <p:nvPr/>
        </p:nvSpPr>
        <p:spPr>
          <a:xfrm>
            <a:off x="587646" y="2967335"/>
            <a:ext cx="9902553" cy="584775"/>
          </a:xfrm>
          <a:prstGeom prst="rect">
            <a:avLst/>
          </a:prstGeom>
          <a:noFill/>
        </p:spPr>
        <p:txBody>
          <a:bodyPr wrap="square">
            <a:spAutoFit/>
          </a:bodyPr>
          <a:lstStyle/>
          <a:p>
            <a:pPr algn="l">
              <a:buFont typeface="+mj-lt"/>
              <a:buAutoNum type="arabicPeriod"/>
            </a:pPr>
            <a:r>
              <a:rPr lang="zh-CN" altLang="en-US" sz="1600" b="0" i="0" dirty="0">
                <a:effectLst/>
                <a:latin typeface="Segoe WPC"/>
              </a:rPr>
              <a:t>判定前进方向</a:t>
            </a:r>
          </a:p>
          <a:p>
            <a:pPr marL="742950" lvl="1" indent="-285750" algn="l">
              <a:buFont typeface="+mj-lt"/>
              <a:buAutoNum type="arabicPeriod"/>
            </a:pPr>
            <a:r>
              <a:rPr lang="zh-CN" altLang="en-US" sz="1600" b="0" i="0" dirty="0">
                <a:effectLst/>
                <a:latin typeface="Segoe WPC"/>
              </a:rPr>
              <a:t>遍历四轮，若任何轮不是 </a:t>
            </a:r>
            <a:r>
              <a:rPr lang="en-US" altLang="zh-CN" sz="1600" b="0" i="0" dirty="0">
                <a:effectLst/>
                <a:latin typeface="Segoe WPC"/>
              </a:rPr>
              <a:t>FORWARD</a:t>
            </a:r>
            <a:r>
              <a:rPr lang="zh-CN" altLang="en-US" sz="1600" b="0" i="0" dirty="0">
                <a:effectLst/>
                <a:latin typeface="Segoe WPC"/>
              </a:rPr>
              <a:t>，则 </a:t>
            </a:r>
            <a:r>
              <a:rPr lang="en-US" altLang="zh-CN" sz="1600" b="0" i="0" dirty="0">
                <a:effectLst/>
                <a:latin typeface="Segoe WPC"/>
              </a:rPr>
              <a:t>FwdDriving_b1 = FALSE</a:t>
            </a:r>
            <a:r>
              <a:rPr lang="zh-CN" altLang="en-US" sz="1600" b="0" i="0" dirty="0">
                <a:effectLst/>
                <a:latin typeface="Segoe WPC"/>
              </a:rPr>
              <a:t>（软停仅在前进时允许）</a:t>
            </a:r>
          </a:p>
        </p:txBody>
      </p:sp>
    </p:spTree>
    <p:extLst>
      <p:ext uri="{BB962C8B-B14F-4D97-AF65-F5344CB8AC3E}">
        <p14:creationId xmlns:p14="http://schemas.microsoft.com/office/powerpoint/2010/main" val="3657958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888EC78-7118-0AFC-A4F5-E76A6C933F93}"/>
              </a:ext>
            </a:extLst>
          </p:cNvPr>
          <p:cNvSpPr txBox="1"/>
          <p:nvPr/>
        </p:nvSpPr>
        <p:spPr>
          <a:xfrm>
            <a:off x="1032933" y="3013501"/>
            <a:ext cx="8669867" cy="830997"/>
          </a:xfrm>
          <a:prstGeom prst="rect">
            <a:avLst/>
          </a:prstGeom>
          <a:noFill/>
        </p:spPr>
        <p:txBody>
          <a:bodyPr wrap="square">
            <a:spAutoFit/>
          </a:bodyPr>
          <a:lstStyle/>
          <a:p>
            <a:pPr algn="l">
              <a:buFont typeface="+mj-lt"/>
              <a:buAutoNum type="arabicPeriod"/>
            </a:pPr>
            <a:r>
              <a:rPr lang="zh-CN" altLang="en-US" sz="1600" b="0" i="0" dirty="0">
                <a:effectLst/>
                <a:latin typeface="Segoe WPC"/>
              </a:rPr>
              <a:t>速度使能判据</a:t>
            </a:r>
          </a:p>
          <a:p>
            <a:pPr marL="742950" lvl="1" indent="-285750" algn="l">
              <a:buFont typeface="+mj-lt"/>
              <a:buAutoNum type="arabicPeriod"/>
            </a:pPr>
            <a:r>
              <a:rPr lang="zh-CN" altLang="en-US" sz="1600" b="0" i="0" dirty="0">
                <a:effectLst/>
                <a:latin typeface="Segoe WPC"/>
              </a:rPr>
              <a:t>若当前速度 </a:t>
            </a:r>
            <a:r>
              <a:rPr lang="en-US" altLang="zh-CN" sz="1600" b="0" i="0" dirty="0">
                <a:effectLst/>
                <a:latin typeface="Segoe WPC"/>
              </a:rPr>
              <a:t>&gt; DB_SOFT_ENABLED_VEH_SPEED_S16 </a:t>
            </a:r>
            <a:r>
              <a:rPr lang="zh-CN" altLang="en-US" sz="1600" b="0" i="0" dirty="0">
                <a:effectLst/>
                <a:latin typeface="Segoe WPC"/>
              </a:rPr>
              <a:t>则 </a:t>
            </a:r>
            <a:r>
              <a:rPr lang="en-US" altLang="zh-CN" sz="1600" b="0" i="0" dirty="0">
                <a:effectLst/>
                <a:latin typeface="Segoe WPC"/>
              </a:rPr>
              <a:t>SpeedEnabled_b1 = TRUE</a:t>
            </a:r>
          </a:p>
          <a:p>
            <a:pPr marL="742950" lvl="1" indent="-285750" algn="l">
              <a:buFont typeface="+mj-lt"/>
              <a:buAutoNum type="arabicPeriod"/>
            </a:pPr>
            <a:r>
              <a:rPr lang="zh-CN" altLang="en-US" sz="1600" b="0" i="0" dirty="0">
                <a:effectLst/>
                <a:latin typeface="Segoe WPC"/>
              </a:rPr>
              <a:t>否则若车辆已停（</a:t>
            </a:r>
            <a:r>
              <a:rPr lang="en-US" altLang="zh-CN" sz="1600" b="0" i="0" dirty="0">
                <a:effectLst/>
                <a:latin typeface="Segoe WPC"/>
              </a:rPr>
              <a:t>VehStopped_b1</a:t>
            </a:r>
            <a:r>
              <a:rPr lang="zh-CN" altLang="en-US" sz="1600" b="0" i="0" dirty="0">
                <a:effectLst/>
                <a:latin typeface="Segoe WPC"/>
              </a:rPr>
              <a:t>）则置 </a:t>
            </a:r>
            <a:r>
              <a:rPr lang="en-US" altLang="zh-CN" sz="1600" b="0" i="0" dirty="0">
                <a:effectLst/>
                <a:latin typeface="Segoe WPC"/>
              </a:rPr>
              <a:t>FALSE</a:t>
            </a:r>
          </a:p>
        </p:txBody>
      </p:sp>
      <p:pic>
        <p:nvPicPr>
          <p:cNvPr id="7" name="图片 6">
            <a:extLst>
              <a:ext uri="{FF2B5EF4-FFF2-40B4-BE49-F238E27FC236}">
                <a16:creationId xmlns:a16="http://schemas.microsoft.com/office/drawing/2014/main" id="{FC6C706A-9AB1-1C45-9C0B-3856101F45DB}"/>
              </a:ext>
            </a:extLst>
          </p:cNvPr>
          <p:cNvPicPr>
            <a:picLocks noChangeAspect="1"/>
          </p:cNvPicPr>
          <p:nvPr/>
        </p:nvPicPr>
        <p:blipFill>
          <a:blip r:embed="rId2"/>
          <a:stretch>
            <a:fillRect/>
          </a:stretch>
        </p:blipFill>
        <p:spPr>
          <a:xfrm>
            <a:off x="537437" y="526574"/>
            <a:ext cx="7624429" cy="2067642"/>
          </a:xfrm>
          <a:prstGeom prst="rect">
            <a:avLst/>
          </a:prstGeom>
        </p:spPr>
      </p:pic>
    </p:spTree>
    <p:extLst>
      <p:ext uri="{BB962C8B-B14F-4D97-AF65-F5344CB8AC3E}">
        <p14:creationId xmlns:p14="http://schemas.microsoft.com/office/powerpoint/2010/main" val="66009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harts, line charts&#10;&#10;AI-generated content may not be correct.">
            <a:extLst>
              <a:ext uri="{FF2B5EF4-FFF2-40B4-BE49-F238E27FC236}">
                <a16:creationId xmlns:a16="http://schemas.microsoft.com/office/drawing/2014/main" id="{CDF0AB80-C586-D219-807F-38217812029F}"/>
              </a:ext>
            </a:extLst>
          </p:cNvPr>
          <p:cNvPicPr>
            <a:picLocks noChangeAspect="1"/>
          </p:cNvPicPr>
          <p:nvPr/>
        </p:nvPicPr>
        <p:blipFill>
          <a:blip r:embed="rId2"/>
          <a:stretch>
            <a:fillRect/>
          </a:stretch>
        </p:blipFill>
        <p:spPr>
          <a:xfrm>
            <a:off x="1251577" y="616892"/>
            <a:ext cx="9085958" cy="5370022"/>
          </a:xfrm>
          <a:prstGeom prst="rect">
            <a:avLst/>
          </a:prstGeom>
        </p:spPr>
      </p:pic>
    </p:spTree>
    <p:extLst>
      <p:ext uri="{BB962C8B-B14F-4D97-AF65-F5344CB8AC3E}">
        <p14:creationId xmlns:p14="http://schemas.microsoft.com/office/powerpoint/2010/main" val="1141623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a:extLst>
              <a:ext uri="{FF2B5EF4-FFF2-40B4-BE49-F238E27FC236}">
                <a16:creationId xmlns:a16="http://schemas.microsoft.com/office/drawing/2014/main" id="{7CBBBC55-DE66-0551-2B80-D4C5315E2438}"/>
              </a:ext>
            </a:extLst>
          </p:cNvPr>
          <p:cNvGrpSpPr/>
          <p:nvPr/>
        </p:nvGrpSpPr>
        <p:grpSpPr>
          <a:xfrm>
            <a:off x="749773" y="564157"/>
            <a:ext cx="10692454" cy="5729686"/>
            <a:chOff x="1499546" y="509581"/>
            <a:chExt cx="10692454" cy="5729686"/>
          </a:xfrm>
        </p:grpSpPr>
        <p:pic>
          <p:nvPicPr>
            <p:cNvPr id="5" name="图片 4">
              <a:extLst>
                <a:ext uri="{FF2B5EF4-FFF2-40B4-BE49-F238E27FC236}">
                  <a16:creationId xmlns:a16="http://schemas.microsoft.com/office/drawing/2014/main" id="{4887ADE9-6377-CA22-2C3F-14310078593A}"/>
                </a:ext>
              </a:extLst>
            </p:cNvPr>
            <p:cNvPicPr>
              <a:picLocks noChangeAspect="1"/>
            </p:cNvPicPr>
            <p:nvPr/>
          </p:nvPicPr>
          <p:blipFill>
            <a:blip r:embed="rId2"/>
            <a:stretch>
              <a:fillRect/>
            </a:stretch>
          </p:blipFill>
          <p:spPr>
            <a:xfrm>
              <a:off x="1499546" y="618733"/>
              <a:ext cx="9192908" cy="5620534"/>
            </a:xfrm>
            <a:prstGeom prst="rect">
              <a:avLst/>
            </a:prstGeom>
          </p:spPr>
        </p:pic>
        <p:cxnSp>
          <p:nvCxnSpPr>
            <p:cNvPr id="7" name="直接连接符 6">
              <a:extLst>
                <a:ext uri="{FF2B5EF4-FFF2-40B4-BE49-F238E27FC236}">
                  <a16:creationId xmlns:a16="http://schemas.microsoft.com/office/drawing/2014/main" id="{E73132FB-D2D1-D372-A882-65062FE1AF08}"/>
                </a:ext>
              </a:extLst>
            </p:cNvPr>
            <p:cNvCxnSpPr>
              <a:cxnSpLocks/>
            </p:cNvCxnSpPr>
            <p:nvPr/>
          </p:nvCxnSpPr>
          <p:spPr>
            <a:xfrm>
              <a:off x="3800422" y="618733"/>
              <a:ext cx="0" cy="5512164"/>
            </a:xfrm>
            <a:prstGeom prst="line">
              <a:avLst/>
            </a:prstGeom>
            <a:ln>
              <a:solidFill>
                <a:srgbClr val="00B050"/>
              </a:solidFill>
              <a:prstDash val="sysDash"/>
            </a:ln>
          </p:spPr>
          <p:style>
            <a:lnRef idx="2">
              <a:schemeClr val="accent1"/>
            </a:lnRef>
            <a:fillRef idx="0">
              <a:schemeClr val="accent1"/>
            </a:fillRef>
            <a:effectRef idx="1">
              <a:schemeClr val="accent1"/>
            </a:effectRef>
            <a:fontRef idx="minor">
              <a:schemeClr val="tx1"/>
            </a:fontRef>
          </p:style>
        </p:cxnSp>
        <p:cxnSp>
          <p:nvCxnSpPr>
            <p:cNvPr id="8" name="直接连接符 7">
              <a:extLst>
                <a:ext uri="{FF2B5EF4-FFF2-40B4-BE49-F238E27FC236}">
                  <a16:creationId xmlns:a16="http://schemas.microsoft.com/office/drawing/2014/main" id="{398920B0-381D-3032-1EA6-334C95D0845A}"/>
                </a:ext>
              </a:extLst>
            </p:cNvPr>
            <p:cNvCxnSpPr>
              <a:cxnSpLocks/>
            </p:cNvCxnSpPr>
            <p:nvPr/>
          </p:nvCxnSpPr>
          <p:spPr>
            <a:xfrm>
              <a:off x="7342568" y="618733"/>
              <a:ext cx="0" cy="5424419"/>
            </a:xfrm>
            <a:prstGeom prst="line">
              <a:avLst/>
            </a:prstGeom>
            <a:ln>
              <a:solidFill>
                <a:srgbClr val="00B050"/>
              </a:solidFill>
              <a:prstDash val="sysDash"/>
            </a:ln>
          </p:spPr>
          <p:style>
            <a:lnRef idx="2">
              <a:schemeClr val="accent1"/>
            </a:lnRef>
            <a:fillRef idx="0">
              <a:schemeClr val="accent1"/>
            </a:fillRef>
            <a:effectRef idx="1">
              <a:schemeClr val="accent1"/>
            </a:effectRef>
            <a:fontRef idx="minor">
              <a:schemeClr val="tx1"/>
            </a:fontRef>
          </p:style>
        </p:cxnSp>
        <p:sp>
          <p:nvSpPr>
            <p:cNvPr id="9" name="矩形 8">
              <a:extLst>
                <a:ext uri="{FF2B5EF4-FFF2-40B4-BE49-F238E27FC236}">
                  <a16:creationId xmlns:a16="http://schemas.microsoft.com/office/drawing/2014/main" id="{DE889444-9F71-212A-30EE-1FA91A3E2F3E}"/>
                </a:ext>
              </a:extLst>
            </p:cNvPr>
            <p:cNvSpPr/>
            <p:nvPr/>
          </p:nvSpPr>
          <p:spPr>
            <a:xfrm>
              <a:off x="1699491" y="5587999"/>
              <a:ext cx="2327564" cy="542897"/>
            </a:xfrm>
            <a:prstGeom prst="rect">
              <a:avLst/>
            </a:prstGeom>
            <a:solidFill>
              <a:srgbClr val="FF0000">
                <a:alpha val="2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1595EEEF-58DB-CFFE-C772-68670D514FE2}"/>
                </a:ext>
              </a:extLst>
            </p:cNvPr>
            <p:cNvSpPr/>
            <p:nvPr/>
          </p:nvSpPr>
          <p:spPr>
            <a:xfrm>
              <a:off x="4009602" y="5587998"/>
              <a:ext cx="3028507" cy="542897"/>
            </a:xfrm>
            <a:prstGeom prst="rect">
              <a:avLst/>
            </a:prstGeom>
            <a:solidFill>
              <a:srgbClr val="FFFF00">
                <a:alpha val="2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42A5AD42-96B1-6B6C-98BF-35B3CA05FF6E}"/>
                </a:ext>
              </a:extLst>
            </p:cNvPr>
            <p:cNvSpPr/>
            <p:nvPr/>
          </p:nvSpPr>
          <p:spPr>
            <a:xfrm>
              <a:off x="7080697" y="5587997"/>
              <a:ext cx="2451230" cy="542897"/>
            </a:xfrm>
            <a:prstGeom prst="rect">
              <a:avLst/>
            </a:prstGeom>
            <a:solidFill>
              <a:srgbClr val="00B0F0">
                <a:alpha val="2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BC4020A6-4EB0-F008-E60A-E19923895352}"/>
                </a:ext>
              </a:extLst>
            </p:cNvPr>
            <p:cNvSpPr txBox="1"/>
            <p:nvPr/>
          </p:nvSpPr>
          <p:spPr>
            <a:xfrm>
              <a:off x="7813964" y="2464729"/>
              <a:ext cx="4378036" cy="1615827"/>
            </a:xfrm>
            <a:prstGeom prst="rect">
              <a:avLst/>
            </a:prstGeom>
            <a:noFill/>
          </p:spPr>
          <p:txBody>
            <a:bodyPr wrap="square" rtlCol="0">
              <a:spAutoFit/>
            </a:bodyPr>
            <a:lstStyle/>
            <a:p>
              <a:r>
                <a:rPr lang="zh-CN" altLang="en-US" sz="1100" dirty="0"/>
                <a:t>对于舒适制动控制的最后阶段，车辆无限接近于</a:t>
              </a:r>
              <a:r>
                <a:rPr lang="en-US" altLang="zh-CN" sz="1100" dirty="0"/>
                <a:t>standstill</a:t>
              </a:r>
              <a:r>
                <a:rPr lang="zh-CN" altLang="en-US" sz="1100" dirty="0"/>
                <a:t>状态，此时完全靠电制动是很难实现车辆稳定平顺停车的。所以需要通过使用</a:t>
              </a:r>
              <a:r>
                <a:rPr lang="en-US" altLang="zh-CN" sz="1100" dirty="0"/>
                <a:t>RPM</a:t>
              </a:r>
              <a:r>
                <a:rPr lang="zh-CN" altLang="en-US" sz="1100" dirty="0"/>
                <a:t> </a:t>
              </a:r>
              <a:r>
                <a:rPr lang="en-US" altLang="zh-CN" sz="1100" dirty="0"/>
                <a:t>limit</a:t>
              </a:r>
              <a:r>
                <a:rPr lang="zh-CN" altLang="en-US" sz="1100" dirty="0"/>
                <a:t>接口来直接限制控制电机转速，来实现停车前的控制。</a:t>
              </a:r>
              <a:endParaRPr lang="en-US" altLang="zh-CN" sz="1100" dirty="0"/>
            </a:p>
            <a:p>
              <a:r>
                <a:rPr lang="en-US" altLang="zh-CN" sz="1100" dirty="0"/>
                <a:t>For the final stage of comfort Stop control, as the vehicle approaches a near-standstill state, achieving a stable and smooth stop relies entirely on electric braking, which proves challenging. Therefore, the RPM limit interface must be employed to directly restrict the motor speed, enabling precise control during the final moments before coming to a complete stop.</a:t>
              </a:r>
              <a:endParaRPr lang="zh-CN" altLang="en-US" sz="1100" dirty="0"/>
            </a:p>
          </p:txBody>
        </p:sp>
        <p:cxnSp>
          <p:nvCxnSpPr>
            <p:cNvPr id="14" name="直接箭头连接符 13">
              <a:extLst>
                <a:ext uri="{FF2B5EF4-FFF2-40B4-BE49-F238E27FC236}">
                  <a16:creationId xmlns:a16="http://schemas.microsoft.com/office/drawing/2014/main" id="{2EDBEC46-BADA-64AB-DDEC-08523DBE0ED6}"/>
                </a:ext>
              </a:extLst>
            </p:cNvPr>
            <p:cNvCxnSpPr/>
            <p:nvPr/>
          </p:nvCxnSpPr>
          <p:spPr>
            <a:xfrm>
              <a:off x="3800422" y="1006770"/>
              <a:ext cx="3542146" cy="0"/>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7" name="文本框 16">
              <a:extLst>
                <a:ext uri="{FF2B5EF4-FFF2-40B4-BE49-F238E27FC236}">
                  <a16:creationId xmlns:a16="http://schemas.microsoft.com/office/drawing/2014/main" id="{B1BE1D10-5206-BE5E-9678-314417434C35}"/>
                </a:ext>
              </a:extLst>
            </p:cNvPr>
            <p:cNvSpPr txBox="1"/>
            <p:nvPr/>
          </p:nvSpPr>
          <p:spPr>
            <a:xfrm>
              <a:off x="4535055" y="590688"/>
              <a:ext cx="2195523" cy="369332"/>
            </a:xfrm>
            <a:prstGeom prst="rect">
              <a:avLst/>
            </a:prstGeom>
            <a:noFill/>
          </p:spPr>
          <p:txBody>
            <a:bodyPr wrap="square" rtlCol="0">
              <a:spAutoFit/>
            </a:bodyPr>
            <a:lstStyle/>
            <a:p>
              <a:r>
                <a:rPr lang="en-US" altLang="zh-CN" b="1" dirty="0">
                  <a:solidFill>
                    <a:srgbClr val="00B050"/>
                  </a:solidFill>
                </a:rPr>
                <a:t>Soft Stop active</a:t>
              </a:r>
              <a:endParaRPr lang="zh-CN" altLang="en-US" b="1" dirty="0">
                <a:solidFill>
                  <a:srgbClr val="00B050"/>
                </a:solidFill>
              </a:endParaRPr>
            </a:p>
          </p:txBody>
        </p:sp>
        <p:cxnSp>
          <p:nvCxnSpPr>
            <p:cNvPr id="18" name="直接箭头连接符 17">
              <a:extLst>
                <a:ext uri="{FF2B5EF4-FFF2-40B4-BE49-F238E27FC236}">
                  <a16:creationId xmlns:a16="http://schemas.microsoft.com/office/drawing/2014/main" id="{DA66763E-A31F-49BB-5DE1-DBF00FC2CC90}"/>
                </a:ext>
              </a:extLst>
            </p:cNvPr>
            <p:cNvCxnSpPr>
              <a:cxnSpLocks/>
            </p:cNvCxnSpPr>
            <p:nvPr/>
          </p:nvCxnSpPr>
          <p:spPr>
            <a:xfrm>
              <a:off x="3800422" y="1593279"/>
              <a:ext cx="226633" cy="0"/>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0" name="直接箭头连接符 19">
              <a:extLst>
                <a:ext uri="{FF2B5EF4-FFF2-40B4-BE49-F238E27FC236}">
                  <a16:creationId xmlns:a16="http://schemas.microsoft.com/office/drawing/2014/main" id="{BD0B80AD-B0B0-7B2D-272B-C87D5B6AD493}"/>
                </a:ext>
              </a:extLst>
            </p:cNvPr>
            <p:cNvCxnSpPr>
              <a:cxnSpLocks/>
            </p:cNvCxnSpPr>
            <p:nvPr/>
          </p:nvCxnSpPr>
          <p:spPr>
            <a:xfrm>
              <a:off x="7115935" y="1630231"/>
              <a:ext cx="226633" cy="0"/>
            </a:xfrm>
            <a:prstGeom prst="straightConnector1">
              <a:avLst/>
            </a:prstGeom>
            <a:ln>
              <a:solidFill>
                <a:srgbClr val="00B050"/>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9FEDFB15-6F33-D64E-F43A-0ABB0ACE1D3F}"/>
                </a:ext>
              </a:extLst>
            </p:cNvPr>
            <p:cNvSpPr txBox="1"/>
            <p:nvPr/>
          </p:nvSpPr>
          <p:spPr>
            <a:xfrm>
              <a:off x="3296363" y="1300307"/>
              <a:ext cx="1392640" cy="246221"/>
            </a:xfrm>
            <a:prstGeom prst="rect">
              <a:avLst/>
            </a:prstGeom>
            <a:noFill/>
          </p:spPr>
          <p:txBody>
            <a:bodyPr wrap="square" rtlCol="0">
              <a:spAutoFit/>
            </a:bodyPr>
            <a:lstStyle/>
            <a:p>
              <a:r>
                <a:rPr lang="en-US" altLang="zh-CN" sz="1000" b="1" dirty="0">
                  <a:solidFill>
                    <a:srgbClr val="00B050"/>
                  </a:solidFill>
                </a:rPr>
                <a:t>E-Brake ramp-up</a:t>
              </a:r>
              <a:endParaRPr lang="zh-CN" altLang="en-US" sz="1000" b="1" dirty="0">
                <a:solidFill>
                  <a:srgbClr val="00B050"/>
                </a:solidFill>
              </a:endParaRPr>
            </a:p>
          </p:txBody>
        </p:sp>
        <p:sp>
          <p:nvSpPr>
            <p:cNvPr id="22" name="文本框 21">
              <a:extLst>
                <a:ext uri="{FF2B5EF4-FFF2-40B4-BE49-F238E27FC236}">
                  <a16:creationId xmlns:a16="http://schemas.microsoft.com/office/drawing/2014/main" id="{6A4BED20-5616-B790-C13E-72AC20113EFB}"/>
                </a:ext>
              </a:extLst>
            </p:cNvPr>
            <p:cNvSpPr txBox="1"/>
            <p:nvPr/>
          </p:nvSpPr>
          <p:spPr>
            <a:xfrm>
              <a:off x="5909214" y="1315087"/>
              <a:ext cx="3264371" cy="246221"/>
            </a:xfrm>
            <a:prstGeom prst="rect">
              <a:avLst/>
            </a:prstGeom>
            <a:noFill/>
          </p:spPr>
          <p:txBody>
            <a:bodyPr wrap="square" rtlCol="0">
              <a:spAutoFit/>
            </a:bodyPr>
            <a:lstStyle/>
            <a:p>
              <a:r>
                <a:rPr lang="en-US" altLang="zh-CN" sz="1000" b="1" dirty="0">
                  <a:solidFill>
                    <a:srgbClr val="00B050"/>
                  </a:solidFill>
                </a:rPr>
                <a:t>E-Brake ramp-down and RPM standstill control</a:t>
              </a:r>
              <a:endParaRPr lang="zh-CN" altLang="en-US" sz="1000" b="1" dirty="0">
                <a:solidFill>
                  <a:srgbClr val="00B050"/>
                </a:solidFill>
              </a:endParaRPr>
            </a:p>
          </p:txBody>
        </p:sp>
        <p:cxnSp>
          <p:nvCxnSpPr>
            <p:cNvPr id="23" name="直接连接符 22">
              <a:extLst>
                <a:ext uri="{FF2B5EF4-FFF2-40B4-BE49-F238E27FC236}">
                  <a16:creationId xmlns:a16="http://schemas.microsoft.com/office/drawing/2014/main" id="{42F84DDA-8D68-1C3A-99F7-7AA1BDB78E1F}"/>
                </a:ext>
              </a:extLst>
            </p:cNvPr>
            <p:cNvCxnSpPr/>
            <p:nvPr/>
          </p:nvCxnSpPr>
          <p:spPr>
            <a:xfrm>
              <a:off x="9097813" y="648127"/>
              <a:ext cx="1006763" cy="0"/>
            </a:xfrm>
            <a:prstGeom prst="line">
              <a:avLst/>
            </a:prstGeom>
            <a:ln w="57150">
              <a:solidFill>
                <a:srgbClr val="FFFF00"/>
              </a:solidFill>
            </a:ln>
          </p:spPr>
          <p:style>
            <a:lnRef idx="2">
              <a:schemeClr val="accent1"/>
            </a:lnRef>
            <a:fillRef idx="0">
              <a:schemeClr val="accent1"/>
            </a:fillRef>
            <a:effectRef idx="1">
              <a:schemeClr val="accent1"/>
            </a:effectRef>
            <a:fontRef idx="minor">
              <a:schemeClr val="tx1"/>
            </a:fontRef>
          </p:style>
        </p:cxnSp>
        <p:sp>
          <p:nvSpPr>
            <p:cNvPr id="24" name="文本框 23">
              <a:extLst>
                <a:ext uri="{FF2B5EF4-FFF2-40B4-BE49-F238E27FC236}">
                  <a16:creationId xmlns:a16="http://schemas.microsoft.com/office/drawing/2014/main" id="{C93FF42D-9020-083C-EFA9-10D5F506F497}"/>
                </a:ext>
              </a:extLst>
            </p:cNvPr>
            <p:cNvSpPr txBox="1"/>
            <p:nvPr/>
          </p:nvSpPr>
          <p:spPr>
            <a:xfrm>
              <a:off x="10252357" y="509581"/>
              <a:ext cx="1902691" cy="400110"/>
            </a:xfrm>
            <a:prstGeom prst="rect">
              <a:avLst/>
            </a:prstGeom>
            <a:noFill/>
          </p:spPr>
          <p:txBody>
            <a:bodyPr wrap="square" rtlCol="0">
              <a:spAutoFit/>
            </a:bodyPr>
            <a:lstStyle/>
            <a:p>
              <a:r>
                <a:rPr lang="en-US" altLang="zh-CN" sz="1000" b="1" dirty="0"/>
                <a:t>Electric Brake Torque from VMC ( consider coasting)</a:t>
              </a:r>
              <a:endParaRPr lang="zh-CN" altLang="en-US" sz="1000" b="1" dirty="0"/>
            </a:p>
          </p:txBody>
        </p:sp>
        <p:cxnSp>
          <p:nvCxnSpPr>
            <p:cNvPr id="25" name="直接连接符 24">
              <a:extLst>
                <a:ext uri="{FF2B5EF4-FFF2-40B4-BE49-F238E27FC236}">
                  <a16:creationId xmlns:a16="http://schemas.microsoft.com/office/drawing/2014/main" id="{314C2DFE-B2BD-964D-7C94-4EBDFFD7DCF1}"/>
                </a:ext>
              </a:extLst>
            </p:cNvPr>
            <p:cNvCxnSpPr/>
            <p:nvPr/>
          </p:nvCxnSpPr>
          <p:spPr>
            <a:xfrm>
              <a:off x="9130141" y="1151513"/>
              <a:ext cx="1006763"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sp>
          <p:nvSpPr>
            <p:cNvPr id="26" name="文本框 25">
              <a:extLst>
                <a:ext uri="{FF2B5EF4-FFF2-40B4-BE49-F238E27FC236}">
                  <a16:creationId xmlns:a16="http://schemas.microsoft.com/office/drawing/2014/main" id="{B127811F-101C-38BC-931C-BE54CB695C8F}"/>
                </a:ext>
              </a:extLst>
            </p:cNvPr>
            <p:cNvSpPr txBox="1"/>
            <p:nvPr/>
          </p:nvSpPr>
          <p:spPr>
            <a:xfrm>
              <a:off x="10284685" y="1012967"/>
              <a:ext cx="1902691" cy="246221"/>
            </a:xfrm>
            <a:prstGeom prst="rect">
              <a:avLst/>
            </a:prstGeom>
            <a:noFill/>
          </p:spPr>
          <p:txBody>
            <a:bodyPr wrap="square" rtlCol="0">
              <a:spAutoFit/>
            </a:bodyPr>
            <a:lstStyle/>
            <a:p>
              <a:r>
                <a:rPr lang="en-US" altLang="zh-CN" sz="1000" b="1" dirty="0"/>
                <a:t>Hydraulic Brake Torque</a:t>
              </a:r>
              <a:endParaRPr lang="zh-CN" altLang="en-US" sz="1000" b="1" dirty="0"/>
            </a:p>
          </p:txBody>
        </p:sp>
        <p:cxnSp>
          <p:nvCxnSpPr>
            <p:cNvPr id="27" name="直接连接符 26">
              <a:extLst>
                <a:ext uri="{FF2B5EF4-FFF2-40B4-BE49-F238E27FC236}">
                  <a16:creationId xmlns:a16="http://schemas.microsoft.com/office/drawing/2014/main" id="{F63921DD-05C1-901C-F6B5-436BBF384E18}"/>
                </a:ext>
              </a:extLst>
            </p:cNvPr>
            <p:cNvCxnSpPr/>
            <p:nvPr/>
          </p:nvCxnSpPr>
          <p:spPr>
            <a:xfrm>
              <a:off x="9134765" y="1608714"/>
              <a:ext cx="1006763"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28" name="文本框 27">
              <a:extLst>
                <a:ext uri="{FF2B5EF4-FFF2-40B4-BE49-F238E27FC236}">
                  <a16:creationId xmlns:a16="http://schemas.microsoft.com/office/drawing/2014/main" id="{883F2208-C1E8-1EA9-2BA3-8C018F0530BA}"/>
                </a:ext>
              </a:extLst>
            </p:cNvPr>
            <p:cNvSpPr txBox="1"/>
            <p:nvPr/>
          </p:nvSpPr>
          <p:spPr>
            <a:xfrm>
              <a:off x="10289309" y="1470168"/>
              <a:ext cx="1902691" cy="246221"/>
            </a:xfrm>
            <a:prstGeom prst="rect">
              <a:avLst/>
            </a:prstGeom>
            <a:noFill/>
          </p:spPr>
          <p:txBody>
            <a:bodyPr wrap="square" rtlCol="0">
              <a:spAutoFit/>
            </a:bodyPr>
            <a:lstStyle/>
            <a:p>
              <a:r>
                <a:rPr lang="en-US" altLang="zh-CN" sz="1000" b="1" dirty="0"/>
                <a:t>Sum Brake Torque</a:t>
              </a:r>
              <a:endParaRPr lang="zh-CN" altLang="en-US" sz="1000" b="1" dirty="0"/>
            </a:p>
          </p:txBody>
        </p:sp>
      </p:grpSp>
    </p:spTree>
    <p:extLst>
      <p:ext uri="{BB962C8B-B14F-4D97-AF65-F5344CB8AC3E}">
        <p14:creationId xmlns:p14="http://schemas.microsoft.com/office/powerpoint/2010/main" val="3364140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 折线图&#10;&#10;AI 生成的内容可能不正确。">
            <a:extLst>
              <a:ext uri="{FF2B5EF4-FFF2-40B4-BE49-F238E27FC236}">
                <a16:creationId xmlns:a16="http://schemas.microsoft.com/office/drawing/2014/main" id="{B15106E7-7BB3-C509-C49B-3114C427433D}"/>
              </a:ext>
            </a:extLst>
          </p:cNvPr>
          <p:cNvPicPr>
            <a:picLocks noChangeAspect="1"/>
          </p:cNvPicPr>
          <p:nvPr/>
        </p:nvPicPr>
        <p:blipFill>
          <a:blip r:embed="rId2"/>
          <a:stretch>
            <a:fillRect/>
          </a:stretch>
        </p:blipFill>
        <p:spPr>
          <a:xfrm>
            <a:off x="1241259" y="737302"/>
            <a:ext cx="9118887" cy="5557620"/>
          </a:xfrm>
          <a:prstGeom prst="rect">
            <a:avLst/>
          </a:prstGeom>
        </p:spPr>
      </p:pic>
      <p:sp>
        <p:nvSpPr>
          <p:cNvPr id="5" name="矩形 4">
            <a:extLst>
              <a:ext uri="{FF2B5EF4-FFF2-40B4-BE49-F238E27FC236}">
                <a16:creationId xmlns:a16="http://schemas.microsoft.com/office/drawing/2014/main" id="{A2D97531-5E7F-577F-8FBB-EA38C925DD4E}"/>
              </a:ext>
            </a:extLst>
          </p:cNvPr>
          <p:cNvSpPr/>
          <p:nvPr/>
        </p:nvSpPr>
        <p:spPr>
          <a:xfrm>
            <a:off x="1304856" y="5732775"/>
            <a:ext cx="2327564" cy="542897"/>
          </a:xfrm>
          <a:prstGeom prst="rect">
            <a:avLst/>
          </a:prstGeom>
          <a:solidFill>
            <a:srgbClr val="FF0000">
              <a:alpha val="2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737AD3E-387A-B5D4-5AA0-2A2B428E1CA8}"/>
              </a:ext>
            </a:extLst>
          </p:cNvPr>
          <p:cNvSpPr/>
          <p:nvPr/>
        </p:nvSpPr>
        <p:spPr>
          <a:xfrm>
            <a:off x="3632420" y="5732775"/>
            <a:ext cx="2989761" cy="542897"/>
          </a:xfrm>
          <a:prstGeom prst="rect">
            <a:avLst/>
          </a:prstGeom>
          <a:solidFill>
            <a:srgbClr val="FFFF00">
              <a:alpha val="2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F158A368-D387-7F8F-2D7D-F3E89E4687C7}"/>
              </a:ext>
            </a:extLst>
          </p:cNvPr>
          <p:cNvSpPr/>
          <p:nvPr/>
        </p:nvSpPr>
        <p:spPr>
          <a:xfrm>
            <a:off x="6647562" y="5732774"/>
            <a:ext cx="2451230" cy="542897"/>
          </a:xfrm>
          <a:prstGeom prst="rect">
            <a:avLst/>
          </a:prstGeom>
          <a:solidFill>
            <a:srgbClr val="00B0F0">
              <a:alpha val="2117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3857907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Charts, line charts&#10;&#10;AI-generated content may not be correct.">
            <a:extLst>
              <a:ext uri="{FF2B5EF4-FFF2-40B4-BE49-F238E27FC236}">
                <a16:creationId xmlns:a16="http://schemas.microsoft.com/office/drawing/2014/main" id="{D8DF24E3-C6E6-E4AA-E18B-163DAD4EAF66}"/>
              </a:ext>
            </a:extLst>
          </p:cNvPr>
          <p:cNvPicPr>
            <a:picLocks noChangeAspect="1"/>
          </p:cNvPicPr>
          <p:nvPr/>
        </p:nvPicPr>
        <p:blipFill>
          <a:blip r:embed="rId2"/>
          <a:stretch>
            <a:fillRect/>
          </a:stretch>
        </p:blipFill>
        <p:spPr>
          <a:xfrm>
            <a:off x="1482582" y="3841355"/>
            <a:ext cx="9085958" cy="2447999"/>
          </a:xfrm>
          <a:prstGeom prst="rect">
            <a:avLst/>
          </a:prstGeom>
        </p:spPr>
      </p:pic>
      <p:sp>
        <p:nvSpPr>
          <p:cNvPr id="5" name="矩形 4">
            <a:extLst>
              <a:ext uri="{FF2B5EF4-FFF2-40B4-BE49-F238E27FC236}">
                <a16:creationId xmlns:a16="http://schemas.microsoft.com/office/drawing/2014/main" id="{BFAA56CA-20E2-83EE-8B11-ECA1EE388840}"/>
              </a:ext>
            </a:extLst>
          </p:cNvPr>
          <p:cNvSpPr/>
          <p:nvPr/>
        </p:nvSpPr>
        <p:spPr>
          <a:xfrm>
            <a:off x="1655350" y="2114302"/>
            <a:ext cx="2136809" cy="5678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Standard Regen torque </a:t>
            </a:r>
            <a:r>
              <a:rPr lang="zh-CN" altLang="en-US" sz="1200" dirty="0"/>
              <a:t>（</a:t>
            </a:r>
            <a:r>
              <a:rPr lang="en-US" altLang="zh-CN" sz="1200" dirty="0"/>
              <a:t>only coasting from VCU</a:t>
            </a:r>
            <a:r>
              <a:rPr lang="zh-CN" altLang="en-US" sz="1200" dirty="0"/>
              <a:t>）</a:t>
            </a:r>
          </a:p>
        </p:txBody>
      </p:sp>
      <p:sp>
        <p:nvSpPr>
          <p:cNvPr id="6" name="矩形 5">
            <a:extLst>
              <a:ext uri="{FF2B5EF4-FFF2-40B4-BE49-F238E27FC236}">
                <a16:creationId xmlns:a16="http://schemas.microsoft.com/office/drawing/2014/main" id="{0CE1F497-58DC-3626-43E2-26ECDD816A10}"/>
              </a:ext>
            </a:extLst>
          </p:cNvPr>
          <p:cNvSpPr/>
          <p:nvPr/>
        </p:nvSpPr>
        <p:spPr>
          <a:xfrm>
            <a:off x="1655349" y="3236520"/>
            <a:ext cx="2136809" cy="5678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t>Driver Brake Hydraulic torque</a:t>
            </a:r>
            <a:endParaRPr lang="zh-CN" altLang="en-US" sz="1200" dirty="0"/>
          </a:p>
        </p:txBody>
      </p:sp>
      <p:sp>
        <p:nvSpPr>
          <p:cNvPr id="7" name="加号 6">
            <a:extLst>
              <a:ext uri="{FF2B5EF4-FFF2-40B4-BE49-F238E27FC236}">
                <a16:creationId xmlns:a16="http://schemas.microsoft.com/office/drawing/2014/main" id="{7FABA61D-CE10-D112-7C77-CB3E59788A64}"/>
              </a:ext>
            </a:extLst>
          </p:cNvPr>
          <p:cNvSpPr/>
          <p:nvPr/>
        </p:nvSpPr>
        <p:spPr>
          <a:xfrm>
            <a:off x="2539026" y="2788752"/>
            <a:ext cx="369454" cy="354773"/>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a:extLst>
              <a:ext uri="{FF2B5EF4-FFF2-40B4-BE49-F238E27FC236}">
                <a16:creationId xmlns:a16="http://schemas.microsoft.com/office/drawing/2014/main" id="{E36339F8-6C26-9692-E0D5-02ADA53EDFDF}"/>
              </a:ext>
            </a:extLst>
          </p:cNvPr>
          <p:cNvCxnSpPr>
            <a:cxnSpLocks/>
          </p:cNvCxnSpPr>
          <p:nvPr/>
        </p:nvCxnSpPr>
        <p:spPr>
          <a:xfrm>
            <a:off x="1588655" y="5615709"/>
            <a:ext cx="212436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直接连接符 9">
            <a:extLst>
              <a:ext uri="{FF2B5EF4-FFF2-40B4-BE49-F238E27FC236}">
                <a16:creationId xmlns:a16="http://schemas.microsoft.com/office/drawing/2014/main" id="{CF38792A-4CFC-CBEA-D0A4-BE793C0E9A61}"/>
              </a:ext>
            </a:extLst>
          </p:cNvPr>
          <p:cNvCxnSpPr>
            <a:cxnSpLocks/>
          </p:cNvCxnSpPr>
          <p:nvPr/>
        </p:nvCxnSpPr>
        <p:spPr>
          <a:xfrm flipV="1">
            <a:off x="3713018" y="4544291"/>
            <a:ext cx="147782" cy="107141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直接连接符 13">
            <a:extLst>
              <a:ext uri="{FF2B5EF4-FFF2-40B4-BE49-F238E27FC236}">
                <a16:creationId xmlns:a16="http://schemas.microsoft.com/office/drawing/2014/main" id="{869DF66C-5370-6A32-BC36-D4630F0F4674}"/>
              </a:ext>
            </a:extLst>
          </p:cNvPr>
          <p:cNvCxnSpPr>
            <a:cxnSpLocks/>
          </p:cNvCxnSpPr>
          <p:nvPr/>
        </p:nvCxnSpPr>
        <p:spPr>
          <a:xfrm flipH="1" flipV="1">
            <a:off x="3713018" y="4544290"/>
            <a:ext cx="147782" cy="1469977"/>
          </a:xfrm>
          <a:prstGeom prst="line">
            <a:avLst/>
          </a:prstGeom>
        </p:spPr>
        <p:style>
          <a:lnRef idx="2">
            <a:schemeClr val="accent1"/>
          </a:lnRef>
          <a:fillRef idx="0">
            <a:schemeClr val="accent1"/>
          </a:fillRef>
          <a:effectRef idx="1">
            <a:schemeClr val="accent1"/>
          </a:effectRef>
          <a:fontRef idx="minor">
            <a:schemeClr val="tx1"/>
          </a:fontRef>
        </p:style>
      </p:cxnSp>
      <p:pic>
        <p:nvPicPr>
          <p:cNvPr id="2" name="图片 1" descr="图表, 折线图&#10;&#10;AI 生成的内容可能不正确。">
            <a:extLst>
              <a:ext uri="{FF2B5EF4-FFF2-40B4-BE49-F238E27FC236}">
                <a16:creationId xmlns:a16="http://schemas.microsoft.com/office/drawing/2014/main" id="{95A1612F-59F8-389D-AE4B-49C7137925C0}"/>
              </a:ext>
            </a:extLst>
          </p:cNvPr>
          <p:cNvPicPr>
            <a:picLocks noChangeAspect="1"/>
          </p:cNvPicPr>
          <p:nvPr/>
        </p:nvPicPr>
        <p:blipFill>
          <a:blip r:embed="rId3"/>
          <a:stretch>
            <a:fillRect/>
          </a:stretch>
        </p:blipFill>
        <p:spPr>
          <a:xfrm>
            <a:off x="4402570" y="416849"/>
            <a:ext cx="7627220" cy="4648505"/>
          </a:xfrm>
          <a:prstGeom prst="rect">
            <a:avLst/>
          </a:prstGeom>
        </p:spPr>
      </p:pic>
    </p:spTree>
    <p:extLst>
      <p:ext uri="{BB962C8B-B14F-4D97-AF65-F5344CB8AC3E}">
        <p14:creationId xmlns:p14="http://schemas.microsoft.com/office/powerpoint/2010/main" val="2803374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图表, 折线图&#10;&#10;AI 生成的内容可能不正确。">
            <a:extLst>
              <a:ext uri="{FF2B5EF4-FFF2-40B4-BE49-F238E27FC236}">
                <a16:creationId xmlns:a16="http://schemas.microsoft.com/office/drawing/2014/main" id="{FEEFB3EB-AD38-F463-EACE-756EDD0592A7}"/>
              </a:ext>
            </a:extLst>
          </p:cNvPr>
          <p:cNvPicPr>
            <a:picLocks noChangeAspect="1"/>
          </p:cNvPicPr>
          <p:nvPr/>
        </p:nvPicPr>
        <p:blipFill>
          <a:blip r:embed="rId2"/>
          <a:stretch>
            <a:fillRect/>
          </a:stretch>
        </p:blipFill>
        <p:spPr>
          <a:xfrm>
            <a:off x="1241259" y="737302"/>
            <a:ext cx="9118887" cy="5557620"/>
          </a:xfrm>
          <a:prstGeom prst="rect">
            <a:avLst/>
          </a:prstGeom>
        </p:spPr>
      </p:pic>
      <p:cxnSp>
        <p:nvCxnSpPr>
          <p:cNvPr id="6" name="直接连接符 5">
            <a:extLst>
              <a:ext uri="{FF2B5EF4-FFF2-40B4-BE49-F238E27FC236}">
                <a16:creationId xmlns:a16="http://schemas.microsoft.com/office/drawing/2014/main" id="{30CA9C2A-0ED0-B8FB-BFE3-927D01A77378}"/>
              </a:ext>
            </a:extLst>
          </p:cNvPr>
          <p:cNvCxnSpPr>
            <a:cxnSpLocks/>
          </p:cNvCxnSpPr>
          <p:nvPr/>
        </p:nvCxnSpPr>
        <p:spPr>
          <a:xfrm flipV="1">
            <a:off x="3425037" y="1416107"/>
            <a:ext cx="0" cy="4904174"/>
          </a:xfrm>
          <a:prstGeom prst="line">
            <a:avLst/>
          </a:prstGeom>
          <a:ln w="38100">
            <a:solidFill>
              <a:srgbClr val="0070C0"/>
            </a:solidFill>
            <a:prstDash val="dash"/>
          </a:ln>
        </p:spPr>
        <p:style>
          <a:lnRef idx="2">
            <a:schemeClr val="accent1"/>
          </a:lnRef>
          <a:fillRef idx="0">
            <a:schemeClr val="accent1"/>
          </a:fillRef>
          <a:effectRef idx="1">
            <a:schemeClr val="accent1"/>
          </a:effectRef>
          <a:fontRef idx="minor">
            <a:schemeClr val="tx1"/>
          </a:fontRef>
        </p:style>
      </p:cxnSp>
      <p:cxnSp>
        <p:nvCxnSpPr>
          <p:cNvPr id="7" name="直接连接符 6">
            <a:extLst>
              <a:ext uri="{FF2B5EF4-FFF2-40B4-BE49-F238E27FC236}">
                <a16:creationId xmlns:a16="http://schemas.microsoft.com/office/drawing/2014/main" id="{A1D823E0-EA1A-AC3B-B4AE-7B6D0E5A4CA5}"/>
              </a:ext>
            </a:extLst>
          </p:cNvPr>
          <p:cNvCxnSpPr>
            <a:cxnSpLocks/>
          </p:cNvCxnSpPr>
          <p:nvPr/>
        </p:nvCxnSpPr>
        <p:spPr>
          <a:xfrm flipV="1">
            <a:off x="6819401" y="1351455"/>
            <a:ext cx="0" cy="4820906"/>
          </a:xfrm>
          <a:prstGeom prst="line">
            <a:avLst/>
          </a:prstGeom>
          <a:ln w="38100">
            <a:prstDash val="dash"/>
          </a:ln>
        </p:spPr>
        <p:style>
          <a:lnRef idx="2">
            <a:schemeClr val="accent1"/>
          </a:lnRef>
          <a:fillRef idx="0">
            <a:schemeClr val="accent1"/>
          </a:fillRef>
          <a:effectRef idx="1">
            <a:schemeClr val="accent1"/>
          </a:effectRef>
          <a:fontRef idx="minor">
            <a:schemeClr val="tx1"/>
          </a:fontRef>
        </p:style>
      </p:cxnSp>
      <p:cxnSp>
        <p:nvCxnSpPr>
          <p:cNvPr id="9" name="直接连接符 8">
            <a:extLst>
              <a:ext uri="{FF2B5EF4-FFF2-40B4-BE49-F238E27FC236}">
                <a16:creationId xmlns:a16="http://schemas.microsoft.com/office/drawing/2014/main" id="{ADB261AD-913B-5480-2A34-4A7FDE5B48B0}"/>
              </a:ext>
            </a:extLst>
          </p:cNvPr>
          <p:cNvCxnSpPr/>
          <p:nvPr/>
        </p:nvCxnSpPr>
        <p:spPr>
          <a:xfrm>
            <a:off x="9134764" y="1089891"/>
            <a:ext cx="1006763" cy="0"/>
          </a:xfrm>
          <a:prstGeom prst="line">
            <a:avLst/>
          </a:prstGeom>
          <a:ln w="57150">
            <a:solidFill>
              <a:srgbClr val="FFFF00"/>
            </a:solidFill>
          </a:ln>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CAB20FEF-6DD8-91E9-3ECB-FA3E29501201}"/>
              </a:ext>
            </a:extLst>
          </p:cNvPr>
          <p:cNvSpPr txBox="1"/>
          <p:nvPr/>
        </p:nvSpPr>
        <p:spPr>
          <a:xfrm>
            <a:off x="10289308" y="951345"/>
            <a:ext cx="1902691" cy="400110"/>
          </a:xfrm>
          <a:prstGeom prst="rect">
            <a:avLst/>
          </a:prstGeom>
          <a:noFill/>
        </p:spPr>
        <p:txBody>
          <a:bodyPr wrap="square" rtlCol="0">
            <a:spAutoFit/>
          </a:bodyPr>
          <a:lstStyle/>
          <a:p>
            <a:r>
              <a:rPr lang="en-US" altLang="zh-CN" sz="1000" b="1" dirty="0"/>
              <a:t>Electric Brake Torque from VMC ( consider coasting)</a:t>
            </a:r>
            <a:endParaRPr lang="zh-CN" altLang="en-US" sz="1000" b="1" dirty="0"/>
          </a:p>
        </p:txBody>
      </p:sp>
      <p:cxnSp>
        <p:nvCxnSpPr>
          <p:cNvPr id="11" name="直接连接符 10">
            <a:extLst>
              <a:ext uri="{FF2B5EF4-FFF2-40B4-BE49-F238E27FC236}">
                <a16:creationId xmlns:a16="http://schemas.microsoft.com/office/drawing/2014/main" id="{C1A78A7D-D5C6-9181-9791-B1805A28EF92}"/>
              </a:ext>
            </a:extLst>
          </p:cNvPr>
          <p:cNvCxnSpPr/>
          <p:nvPr/>
        </p:nvCxnSpPr>
        <p:spPr>
          <a:xfrm>
            <a:off x="9167092" y="1593277"/>
            <a:ext cx="1006763" cy="0"/>
          </a:xfrm>
          <a:prstGeom prst="line">
            <a:avLst/>
          </a:prstGeom>
          <a:ln w="57150">
            <a:solidFill>
              <a:srgbClr val="0070C0"/>
            </a:solidFill>
          </a:ln>
        </p:spPr>
        <p:style>
          <a:lnRef idx="2">
            <a:schemeClr val="accent1"/>
          </a:lnRef>
          <a:fillRef idx="0">
            <a:schemeClr val="accent1"/>
          </a:fillRef>
          <a:effectRef idx="1">
            <a:schemeClr val="accent1"/>
          </a:effectRef>
          <a:fontRef idx="minor">
            <a:schemeClr val="tx1"/>
          </a:fontRef>
        </p:style>
      </p:cxnSp>
      <p:sp>
        <p:nvSpPr>
          <p:cNvPr id="12" name="文本框 11">
            <a:extLst>
              <a:ext uri="{FF2B5EF4-FFF2-40B4-BE49-F238E27FC236}">
                <a16:creationId xmlns:a16="http://schemas.microsoft.com/office/drawing/2014/main" id="{29CB5BC7-B35B-28AB-D777-90F99C14C64F}"/>
              </a:ext>
            </a:extLst>
          </p:cNvPr>
          <p:cNvSpPr txBox="1"/>
          <p:nvPr/>
        </p:nvSpPr>
        <p:spPr>
          <a:xfrm>
            <a:off x="10321636" y="1454731"/>
            <a:ext cx="1902691" cy="246221"/>
          </a:xfrm>
          <a:prstGeom prst="rect">
            <a:avLst/>
          </a:prstGeom>
          <a:noFill/>
        </p:spPr>
        <p:txBody>
          <a:bodyPr wrap="square" rtlCol="0">
            <a:spAutoFit/>
          </a:bodyPr>
          <a:lstStyle/>
          <a:p>
            <a:r>
              <a:rPr lang="en-US" altLang="zh-CN" sz="1000" b="1" dirty="0"/>
              <a:t>Hydraulic Brake Torque</a:t>
            </a:r>
            <a:endParaRPr lang="zh-CN" altLang="en-US" sz="1000" b="1" dirty="0"/>
          </a:p>
        </p:txBody>
      </p:sp>
      <p:cxnSp>
        <p:nvCxnSpPr>
          <p:cNvPr id="13" name="直接连接符 12">
            <a:extLst>
              <a:ext uri="{FF2B5EF4-FFF2-40B4-BE49-F238E27FC236}">
                <a16:creationId xmlns:a16="http://schemas.microsoft.com/office/drawing/2014/main" id="{C2DC2A31-3DF2-8EB0-075F-16FCAB584849}"/>
              </a:ext>
            </a:extLst>
          </p:cNvPr>
          <p:cNvCxnSpPr/>
          <p:nvPr/>
        </p:nvCxnSpPr>
        <p:spPr>
          <a:xfrm>
            <a:off x="9171716" y="2050478"/>
            <a:ext cx="1006763" cy="0"/>
          </a:xfrm>
          <a:prstGeom prst="line">
            <a:avLst/>
          </a:prstGeom>
          <a:ln w="57150">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文本框 13">
            <a:extLst>
              <a:ext uri="{FF2B5EF4-FFF2-40B4-BE49-F238E27FC236}">
                <a16:creationId xmlns:a16="http://schemas.microsoft.com/office/drawing/2014/main" id="{BD7A1799-E029-BB2C-3203-4EE28CCF90E0}"/>
              </a:ext>
            </a:extLst>
          </p:cNvPr>
          <p:cNvSpPr txBox="1"/>
          <p:nvPr/>
        </p:nvSpPr>
        <p:spPr>
          <a:xfrm>
            <a:off x="10326260" y="1911932"/>
            <a:ext cx="1902691" cy="246221"/>
          </a:xfrm>
          <a:prstGeom prst="rect">
            <a:avLst/>
          </a:prstGeom>
          <a:noFill/>
        </p:spPr>
        <p:txBody>
          <a:bodyPr wrap="square" rtlCol="0">
            <a:spAutoFit/>
          </a:bodyPr>
          <a:lstStyle/>
          <a:p>
            <a:r>
              <a:rPr lang="en-US" altLang="zh-CN" sz="1000" b="1" dirty="0"/>
              <a:t>Sum Brake Torque</a:t>
            </a:r>
            <a:endParaRPr lang="zh-CN" altLang="en-US" sz="1000" b="1" dirty="0"/>
          </a:p>
        </p:txBody>
      </p:sp>
      <p:cxnSp>
        <p:nvCxnSpPr>
          <p:cNvPr id="16" name="直接箭头连接符 15">
            <a:extLst>
              <a:ext uri="{FF2B5EF4-FFF2-40B4-BE49-F238E27FC236}">
                <a16:creationId xmlns:a16="http://schemas.microsoft.com/office/drawing/2014/main" id="{13517565-63FF-2701-1777-64408BD545D8}"/>
              </a:ext>
            </a:extLst>
          </p:cNvPr>
          <p:cNvCxnSpPr/>
          <p:nvPr/>
        </p:nvCxnSpPr>
        <p:spPr>
          <a:xfrm>
            <a:off x="1357745" y="6197600"/>
            <a:ext cx="2067292"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直接箭头连接符 16">
            <a:extLst>
              <a:ext uri="{FF2B5EF4-FFF2-40B4-BE49-F238E27FC236}">
                <a16:creationId xmlns:a16="http://schemas.microsoft.com/office/drawing/2014/main" id="{176AA7F8-2884-FBBA-3C22-D495AED30DC2}"/>
              </a:ext>
            </a:extLst>
          </p:cNvPr>
          <p:cNvCxnSpPr>
            <a:cxnSpLocks/>
          </p:cNvCxnSpPr>
          <p:nvPr/>
        </p:nvCxnSpPr>
        <p:spPr>
          <a:xfrm>
            <a:off x="3425037" y="6197593"/>
            <a:ext cx="320963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6447B7A4-477B-5CE2-9E84-06BA5365DF06}"/>
              </a:ext>
            </a:extLst>
          </p:cNvPr>
          <p:cNvCxnSpPr/>
          <p:nvPr/>
        </p:nvCxnSpPr>
        <p:spPr>
          <a:xfrm>
            <a:off x="6634674" y="6197593"/>
            <a:ext cx="2067292"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矩形 21">
            <a:extLst>
              <a:ext uri="{FF2B5EF4-FFF2-40B4-BE49-F238E27FC236}">
                <a16:creationId xmlns:a16="http://schemas.microsoft.com/office/drawing/2014/main" id="{0996E424-49F3-A555-0DB1-A0D9378A44DE}"/>
              </a:ext>
            </a:extLst>
          </p:cNvPr>
          <p:cNvSpPr/>
          <p:nvPr/>
        </p:nvSpPr>
        <p:spPr>
          <a:xfrm>
            <a:off x="3999345" y="4581236"/>
            <a:ext cx="1034473" cy="4433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6EF28A7-0756-4024-C484-B24919193C23}"/>
              </a:ext>
            </a:extLst>
          </p:cNvPr>
          <p:cNvSpPr/>
          <p:nvPr/>
        </p:nvSpPr>
        <p:spPr>
          <a:xfrm>
            <a:off x="6945701" y="5176979"/>
            <a:ext cx="1496334" cy="4433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E77BA124-DA29-9AD1-F05E-5AC721679D29}"/>
              </a:ext>
            </a:extLst>
          </p:cNvPr>
          <p:cNvSpPr txBox="1"/>
          <p:nvPr/>
        </p:nvSpPr>
        <p:spPr>
          <a:xfrm>
            <a:off x="1578591" y="6222960"/>
            <a:ext cx="1625600" cy="369332"/>
          </a:xfrm>
          <a:prstGeom prst="rect">
            <a:avLst/>
          </a:prstGeom>
          <a:noFill/>
        </p:spPr>
        <p:txBody>
          <a:bodyPr wrap="square" rtlCol="0">
            <a:spAutoFit/>
          </a:bodyPr>
          <a:lstStyle/>
          <a:p>
            <a:r>
              <a:rPr lang="en-US" altLang="zh-CN" b="1" dirty="0">
                <a:solidFill>
                  <a:srgbClr val="FFC000"/>
                </a:solidFill>
              </a:rPr>
              <a:t>Not Active</a:t>
            </a:r>
            <a:endParaRPr lang="zh-CN" altLang="en-US" b="1" dirty="0">
              <a:solidFill>
                <a:srgbClr val="FFC000"/>
              </a:solidFill>
            </a:endParaRPr>
          </a:p>
        </p:txBody>
      </p:sp>
      <p:sp>
        <p:nvSpPr>
          <p:cNvPr id="25" name="文本框 24">
            <a:extLst>
              <a:ext uri="{FF2B5EF4-FFF2-40B4-BE49-F238E27FC236}">
                <a16:creationId xmlns:a16="http://schemas.microsoft.com/office/drawing/2014/main" id="{F907D810-4046-FAF5-B8B0-C46B3EAC5B9C}"/>
              </a:ext>
            </a:extLst>
          </p:cNvPr>
          <p:cNvSpPr txBox="1"/>
          <p:nvPr/>
        </p:nvSpPr>
        <p:spPr>
          <a:xfrm>
            <a:off x="4233345" y="6222960"/>
            <a:ext cx="1625600" cy="369332"/>
          </a:xfrm>
          <a:prstGeom prst="rect">
            <a:avLst/>
          </a:prstGeom>
          <a:noFill/>
        </p:spPr>
        <p:txBody>
          <a:bodyPr wrap="square" rtlCol="0">
            <a:spAutoFit/>
          </a:bodyPr>
          <a:lstStyle/>
          <a:p>
            <a:r>
              <a:rPr lang="en-US" altLang="zh-CN" b="1" dirty="0">
                <a:solidFill>
                  <a:srgbClr val="FFC000"/>
                </a:solidFill>
              </a:rPr>
              <a:t>Active</a:t>
            </a:r>
            <a:endParaRPr lang="zh-CN" altLang="en-US" b="1" dirty="0">
              <a:solidFill>
                <a:srgbClr val="FFC000"/>
              </a:solidFill>
            </a:endParaRPr>
          </a:p>
        </p:txBody>
      </p:sp>
      <p:sp>
        <p:nvSpPr>
          <p:cNvPr id="26" name="文本框 25">
            <a:extLst>
              <a:ext uri="{FF2B5EF4-FFF2-40B4-BE49-F238E27FC236}">
                <a16:creationId xmlns:a16="http://schemas.microsoft.com/office/drawing/2014/main" id="{F35A8BD7-0731-8E49-9AD1-96734848A44A}"/>
              </a:ext>
            </a:extLst>
          </p:cNvPr>
          <p:cNvSpPr txBox="1"/>
          <p:nvPr/>
        </p:nvSpPr>
        <p:spPr>
          <a:xfrm>
            <a:off x="7296745" y="6222960"/>
            <a:ext cx="1625600" cy="369332"/>
          </a:xfrm>
          <a:prstGeom prst="rect">
            <a:avLst/>
          </a:prstGeom>
          <a:noFill/>
        </p:spPr>
        <p:txBody>
          <a:bodyPr wrap="square" rtlCol="0">
            <a:spAutoFit/>
          </a:bodyPr>
          <a:lstStyle/>
          <a:p>
            <a:r>
              <a:rPr lang="en-US" altLang="zh-CN" b="1" dirty="0">
                <a:solidFill>
                  <a:srgbClr val="FFC000"/>
                </a:solidFill>
              </a:rPr>
              <a:t>Not Active</a:t>
            </a:r>
            <a:endParaRPr lang="zh-CN" altLang="en-US" b="1" dirty="0">
              <a:solidFill>
                <a:srgbClr val="FFC000"/>
              </a:solidFill>
            </a:endParaRPr>
          </a:p>
        </p:txBody>
      </p:sp>
    </p:spTree>
    <p:extLst>
      <p:ext uri="{BB962C8B-B14F-4D97-AF65-F5344CB8AC3E}">
        <p14:creationId xmlns:p14="http://schemas.microsoft.com/office/powerpoint/2010/main" val="1668831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62A06063-C1CE-9ED8-B710-FAD02E5B3A0C}"/>
              </a:ext>
            </a:extLst>
          </p:cNvPr>
          <p:cNvSpPr/>
          <p:nvPr/>
        </p:nvSpPr>
        <p:spPr>
          <a:xfrm>
            <a:off x="685800" y="1261533"/>
            <a:ext cx="1769533" cy="14816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282814D-523A-4E1B-0E7B-9A68E897602E}"/>
              </a:ext>
            </a:extLst>
          </p:cNvPr>
          <p:cNvSpPr txBox="1"/>
          <p:nvPr/>
        </p:nvSpPr>
        <p:spPr>
          <a:xfrm>
            <a:off x="948266" y="1261533"/>
            <a:ext cx="1244600" cy="369332"/>
          </a:xfrm>
          <a:prstGeom prst="rect">
            <a:avLst/>
          </a:prstGeom>
          <a:noFill/>
        </p:spPr>
        <p:txBody>
          <a:bodyPr wrap="square" rtlCol="0">
            <a:spAutoFit/>
          </a:bodyPr>
          <a:lstStyle/>
          <a:p>
            <a:r>
              <a:rPr lang="en-US" altLang="zh-CN" b="1" dirty="0" err="1">
                <a:solidFill>
                  <a:srgbClr val="FF0000"/>
                </a:solidFill>
              </a:rPr>
              <a:t>Db_soft.c</a:t>
            </a:r>
            <a:endParaRPr lang="en-US" altLang="zh-CN" b="1" dirty="0">
              <a:solidFill>
                <a:srgbClr val="FF0000"/>
              </a:solidFill>
            </a:endParaRPr>
          </a:p>
        </p:txBody>
      </p:sp>
      <p:pic>
        <p:nvPicPr>
          <p:cNvPr id="7" name="图片 6">
            <a:extLst>
              <a:ext uri="{FF2B5EF4-FFF2-40B4-BE49-F238E27FC236}">
                <a16:creationId xmlns:a16="http://schemas.microsoft.com/office/drawing/2014/main" id="{C0D76E8D-FBCD-E060-B645-9219459304E8}"/>
              </a:ext>
            </a:extLst>
          </p:cNvPr>
          <p:cNvPicPr>
            <a:picLocks noChangeAspect="1"/>
          </p:cNvPicPr>
          <p:nvPr/>
        </p:nvPicPr>
        <p:blipFill>
          <a:blip r:embed="rId2"/>
          <a:stretch>
            <a:fillRect/>
          </a:stretch>
        </p:blipFill>
        <p:spPr>
          <a:xfrm>
            <a:off x="396029" y="3193140"/>
            <a:ext cx="2719704" cy="825319"/>
          </a:xfrm>
          <a:prstGeom prst="rect">
            <a:avLst/>
          </a:prstGeom>
        </p:spPr>
      </p:pic>
    </p:spTree>
    <p:extLst>
      <p:ext uri="{BB962C8B-B14F-4D97-AF65-F5344CB8AC3E}">
        <p14:creationId xmlns:p14="http://schemas.microsoft.com/office/powerpoint/2010/main" val="1943245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20A3A77-A150-134D-57F5-21EA23055F7B}"/>
              </a:ext>
            </a:extLst>
          </p:cNvPr>
          <p:cNvPicPr>
            <a:picLocks noChangeAspect="1"/>
          </p:cNvPicPr>
          <p:nvPr/>
        </p:nvPicPr>
        <p:blipFill>
          <a:blip r:embed="rId2"/>
          <a:stretch>
            <a:fillRect/>
          </a:stretch>
        </p:blipFill>
        <p:spPr>
          <a:xfrm>
            <a:off x="9004144" y="326874"/>
            <a:ext cx="2860020" cy="1985119"/>
          </a:xfrm>
          <a:prstGeom prst="rect">
            <a:avLst/>
          </a:prstGeom>
        </p:spPr>
      </p:pic>
      <p:pic>
        <p:nvPicPr>
          <p:cNvPr id="11" name="图片 10">
            <a:extLst>
              <a:ext uri="{FF2B5EF4-FFF2-40B4-BE49-F238E27FC236}">
                <a16:creationId xmlns:a16="http://schemas.microsoft.com/office/drawing/2014/main" id="{7AF4CB98-3202-ADC3-2F91-C2DADA8AD56F}"/>
              </a:ext>
            </a:extLst>
          </p:cNvPr>
          <p:cNvPicPr>
            <a:picLocks noChangeAspect="1"/>
          </p:cNvPicPr>
          <p:nvPr/>
        </p:nvPicPr>
        <p:blipFill>
          <a:blip r:embed="rId3"/>
          <a:stretch>
            <a:fillRect/>
          </a:stretch>
        </p:blipFill>
        <p:spPr>
          <a:xfrm>
            <a:off x="195756" y="1781446"/>
            <a:ext cx="6994316" cy="4080527"/>
          </a:xfrm>
          <a:prstGeom prst="rect">
            <a:avLst/>
          </a:prstGeom>
        </p:spPr>
      </p:pic>
      <p:pic>
        <p:nvPicPr>
          <p:cNvPr id="3" name="图片 2">
            <a:extLst>
              <a:ext uri="{FF2B5EF4-FFF2-40B4-BE49-F238E27FC236}">
                <a16:creationId xmlns:a16="http://schemas.microsoft.com/office/drawing/2014/main" id="{FA1760A8-8DC8-C9FA-07B2-29AA664526FD}"/>
              </a:ext>
            </a:extLst>
          </p:cNvPr>
          <p:cNvPicPr>
            <a:picLocks noChangeAspect="1"/>
          </p:cNvPicPr>
          <p:nvPr/>
        </p:nvPicPr>
        <p:blipFill>
          <a:blip r:embed="rId4"/>
          <a:stretch>
            <a:fillRect/>
          </a:stretch>
        </p:blipFill>
        <p:spPr>
          <a:xfrm>
            <a:off x="7055142" y="1917304"/>
            <a:ext cx="4809022" cy="4613822"/>
          </a:xfrm>
          <a:prstGeom prst="rect">
            <a:avLst/>
          </a:prstGeom>
        </p:spPr>
      </p:pic>
    </p:spTree>
    <p:extLst>
      <p:ext uri="{BB962C8B-B14F-4D97-AF65-F5344CB8AC3E}">
        <p14:creationId xmlns:p14="http://schemas.microsoft.com/office/powerpoint/2010/main" val="39536438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D8073E2-B086-FA39-CD93-9105CC679AD2}"/>
              </a:ext>
            </a:extLst>
          </p:cNvPr>
          <p:cNvSpPr txBox="1"/>
          <p:nvPr/>
        </p:nvSpPr>
        <p:spPr>
          <a:xfrm>
            <a:off x="702733" y="1553401"/>
            <a:ext cx="6070599" cy="3416320"/>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开关开启 </a:t>
            </a:r>
            <a:r>
              <a:rPr lang="en-US" altLang="zh-CN" b="0" i="0" dirty="0">
                <a:solidFill>
                  <a:srgbClr val="333333"/>
                </a:solidFill>
                <a:effectLst/>
                <a:latin typeface="arial" panose="020B0604020202020204" pitchFamily="34" charset="0"/>
              </a:rPr>
              <a:t>switch on                                           </a:t>
            </a:r>
            <a:r>
              <a:rPr lang="zh-CN" altLang="en-US" b="0" i="0" dirty="0">
                <a:solidFill>
                  <a:srgbClr val="333333"/>
                </a:solidFill>
                <a:effectLst/>
                <a:latin typeface="arial" panose="020B0604020202020204" pitchFamily="34" charset="0"/>
              </a:rPr>
              <a:t>且</a:t>
            </a:r>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无故障降级 </a:t>
            </a:r>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信号有效 </a:t>
            </a:r>
            <a:r>
              <a:rPr lang="en-US" altLang="zh-CN" b="0" i="0" dirty="0">
                <a:solidFill>
                  <a:srgbClr val="333333"/>
                </a:solidFill>
                <a:effectLst/>
                <a:latin typeface="arial" panose="020B0604020202020204" pitchFamily="34" charset="0"/>
              </a:rPr>
              <a:t>(</a:t>
            </a:r>
            <a:r>
              <a:rPr lang="zh-CN" altLang="en-US" b="0" i="0" dirty="0">
                <a:solidFill>
                  <a:srgbClr val="333333"/>
                </a:solidFill>
                <a:effectLst/>
                <a:latin typeface="arial" panose="020B0604020202020204" pitchFamily="34" charset="0"/>
              </a:rPr>
              <a:t>车速，轮速，踏板信号等有效</a:t>
            </a:r>
            <a:r>
              <a:rPr lang="en-US" altLang="zh-CN" b="0" i="0" dirty="0">
                <a:solidFill>
                  <a:srgbClr val="333333"/>
                </a:solidFill>
                <a:effectLst/>
                <a:latin typeface="arial" panose="020B0604020202020204" pitchFamily="34" charset="0"/>
              </a:rPr>
              <a:t>)</a:t>
            </a:r>
          </a:p>
          <a:p>
            <a:r>
              <a:rPr lang="zh-CN" altLang="en-US" b="0" i="0" dirty="0">
                <a:solidFill>
                  <a:srgbClr val="333333"/>
                </a:solidFill>
                <a:effectLst/>
                <a:latin typeface="arial" panose="020B0604020202020204" pitchFamily="34" charset="0"/>
              </a:rPr>
              <a:t>无其它功能干预 （干预功能</a:t>
            </a:r>
            <a:r>
              <a:rPr lang="en-US" altLang="zh-CN" b="0" i="0" dirty="0">
                <a:solidFill>
                  <a:srgbClr val="333333"/>
                </a:solidFill>
                <a:effectLst/>
                <a:latin typeface="arial" panose="020B0604020202020204" pitchFamily="34" charset="0"/>
              </a:rPr>
              <a:t>TBD</a:t>
            </a:r>
            <a:r>
              <a:rPr lang="zh-CN" altLang="en-US" b="0" i="0" dirty="0">
                <a:solidFill>
                  <a:srgbClr val="333333"/>
                </a:solidFill>
                <a:effectLst/>
                <a:latin typeface="arial" panose="020B0604020202020204" pitchFamily="34" charset="0"/>
              </a:rPr>
              <a:t>）</a:t>
            </a:r>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制动踏板高于阈值  </a:t>
            </a:r>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制动踏板速率小于阈值 </a:t>
            </a:r>
            <a:endParaRPr lang="en-US" altLang="zh-CN" b="0" i="0" dirty="0">
              <a:solidFill>
                <a:srgbClr val="333333"/>
              </a:solidFill>
              <a:effectLst/>
              <a:latin typeface="arial" panose="020B0604020202020204" pitchFamily="34" charset="0"/>
            </a:endParaRPr>
          </a:p>
          <a:p>
            <a:r>
              <a:rPr lang="zh-CN" altLang="en-US" dirty="0">
                <a:solidFill>
                  <a:srgbClr val="333333"/>
                </a:solidFill>
                <a:latin typeface="arial" panose="020B0604020202020204" pitchFamily="34" charset="0"/>
              </a:rPr>
              <a:t>车速在工作区间</a:t>
            </a:r>
            <a:endParaRPr lang="en-US" altLang="zh-CN" dirty="0">
              <a:solidFill>
                <a:srgbClr val="333333"/>
              </a:solidFill>
              <a:latin typeface="arial" panose="020B0604020202020204" pitchFamily="34" charset="0"/>
            </a:endParaRPr>
          </a:p>
          <a:p>
            <a:r>
              <a:rPr lang="zh-CN" altLang="en-US" dirty="0">
                <a:solidFill>
                  <a:srgbClr val="333333"/>
                </a:solidFill>
                <a:latin typeface="arial" panose="020B0604020202020204" pitchFamily="34" charset="0"/>
              </a:rPr>
              <a:t>减速度在工作区间</a:t>
            </a:r>
            <a:endParaRPr lang="en-US" altLang="zh-CN" dirty="0">
              <a:solidFill>
                <a:srgbClr val="333333"/>
              </a:solidFill>
              <a:latin typeface="arial" panose="020B0604020202020204" pitchFamily="34" charset="0"/>
            </a:endParaRPr>
          </a:p>
          <a:p>
            <a:r>
              <a:rPr lang="zh-CN" altLang="en-US" dirty="0">
                <a:solidFill>
                  <a:srgbClr val="333333"/>
                </a:solidFill>
                <a:latin typeface="arial" panose="020B0604020202020204" pitchFamily="34" charset="0"/>
              </a:rPr>
              <a:t>坡度小于阈值</a:t>
            </a:r>
            <a:endParaRPr lang="en-US" altLang="zh-CN" dirty="0">
              <a:solidFill>
                <a:srgbClr val="333333"/>
              </a:solidFill>
              <a:latin typeface="arial" panose="020B0604020202020204" pitchFamily="34" charset="0"/>
            </a:endParaRPr>
          </a:p>
          <a:p>
            <a:r>
              <a:rPr lang="zh-CN" altLang="en-US" dirty="0">
                <a:solidFill>
                  <a:srgbClr val="333333"/>
                </a:solidFill>
                <a:latin typeface="arial" panose="020B0604020202020204" pitchFamily="34" charset="0"/>
              </a:rPr>
              <a:t>车辆处于前进状态</a:t>
            </a:r>
            <a:endParaRPr lang="en-US" altLang="zh-CN" dirty="0">
              <a:solidFill>
                <a:srgbClr val="333333"/>
              </a:solidFill>
              <a:latin typeface="arial" panose="020B0604020202020204" pitchFamily="34" charset="0"/>
            </a:endParaRPr>
          </a:p>
          <a:p>
            <a:r>
              <a:rPr lang="zh-CN" altLang="en-US" dirty="0">
                <a:solidFill>
                  <a:srgbClr val="333333"/>
                </a:solidFill>
                <a:latin typeface="arial" panose="020B0604020202020204" pitchFamily="34" charset="0"/>
              </a:rPr>
              <a:t>侧向加速度小于阈值</a:t>
            </a:r>
            <a:endParaRPr lang="en-US" altLang="zh-CN" dirty="0">
              <a:solidFill>
                <a:srgbClr val="333333"/>
              </a:solidFill>
              <a:latin typeface="arial" panose="020B0604020202020204" pitchFamily="34" charset="0"/>
            </a:endParaRPr>
          </a:p>
          <a:p>
            <a:r>
              <a:rPr lang="zh-CN" altLang="en-US" dirty="0">
                <a:solidFill>
                  <a:srgbClr val="333333"/>
                </a:solidFill>
                <a:latin typeface="arial" panose="020B0604020202020204" pitchFamily="34" charset="0"/>
              </a:rPr>
              <a:t>转向角小于阈值</a:t>
            </a:r>
            <a:endParaRPr lang="zh-CN" altLang="en-US" dirty="0"/>
          </a:p>
        </p:txBody>
      </p:sp>
      <p:sp>
        <p:nvSpPr>
          <p:cNvPr id="8" name="文本框 7">
            <a:extLst>
              <a:ext uri="{FF2B5EF4-FFF2-40B4-BE49-F238E27FC236}">
                <a16:creationId xmlns:a16="http://schemas.microsoft.com/office/drawing/2014/main" id="{F1457CFA-C06D-6DE5-29B0-87EF2A202B3C}"/>
              </a:ext>
            </a:extLst>
          </p:cNvPr>
          <p:cNvSpPr txBox="1"/>
          <p:nvPr/>
        </p:nvSpPr>
        <p:spPr>
          <a:xfrm>
            <a:off x="702733" y="770467"/>
            <a:ext cx="5071534" cy="369332"/>
          </a:xfrm>
          <a:prstGeom prst="rect">
            <a:avLst/>
          </a:prstGeom>
          <a:noFill/>
        </p:spPr>
        <p:txBody>
          <a:bodyPr wrap="square" rtlCol="0">
            <a:spAutoFit/>
          </a:bodyPr>
          <a:lstStyle/>
          <a:p>
            <a:r>
              <a:rPr lang="zh-CN" altLang="en-US" dirty="0"/>
              <a:t>条件</a:t>
            </a:r>
            <a:r>
              <a:rPr lang="en-US" altLang="zh-CN" dirty="0"/>
              <a:t>1</a:t>
            </a:r>
            <a:r>
              <a:rPr lang="zh-CN" altLang="en-US" dirty="0"/>
              <a:t> </a:t>
            </a:r>
            <a:r>
              <a:rPr lang="en-US" altLang="zh-CN" dirty="0"/>
              <a:t>Standby -&gt; Active</a:t>
            </a:r>
            <a:endParaRPr lang="zh-CN" altLang="en-US" dirty="0"/>
          </a:p>
        </p:txBody>
      </p:sp>
      <p:sp>
        <p:nvSpPr>
          <p:cNvPr id="10" name="文本框 9">
            <a:extLst>
              <a:ext uri="{FF2B5EF4-FFF2-40B4-BE49-F238E27FC236}">
                <a16:creationId xmlns:a16="http://schemas.microsoft.com/office/drawing/2014/main" id="{92FCDF70-3216-0C7E-428B-6A42DB21A214}"/>
              </a:ext>
            </a:extLst>
          </p:cNvPr>
          <p:cNvSpPr txBox="1"/>
          <p:nvPr/>
        </p:nvSpPr>
        <p:spPr>
          <a:xfrm>
            <a:off x="8246533" y="1776569"/>
            <a:ext cx="2311400" cy="2585323"/>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有其它功能干预   或</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踏板低于阈值 或</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速度超限 或</a:t>
            </a:r>
            <a:endParaRPr lang="en-US" altLang="zh-CN" b="0" i="0" dirty="0">
              <a:solidFill>
                <a:srgbClr val="333333"/>
              </a:solidFill>
              <a:effectLst/>
              <a:latin typeface="arial" panose="020B0604020202020204" pitchFamily="34" charset="0"/>
            </a:endParaRPr>
          </a:p>
          <a:p>
            <a:endParaRPr lang="en-US" altLang="zh-CN" dirty="0">
              <a:solidFill>
                <a:srgbClr val="333333"/>
              </a:solidFill>
              <a:latin typeface="arial" panose="020B0604020202020204" pitchFamily="34" charset="0"/>
            </a:endParaRPr>
          </a:p>
          <a:p>
            <a:r>
              <a:rPr lang="zh-CN" altLang="en-US" b="0" i="0" dirty="0">
                <a:solidFill>
                  <a:srgbClr val="333333"/>
                </a:solidFill>
                <a:effectLst/>
                <a:latin typeface="arial" panose="020B0604020202020204" pitchFamily="34" charset="0"/>
              </a:rPr>
              <a:t>定时器超时 或</a:t>
            </a:r>
            <a:endParaRPr lang="en-US" altLang="zh-CN" b="0" i="0" dirty="0">
              <a:solidFill>
                <a:srgbClr val="333333"/>
              </a:solidFill>
              <a:effectLst/>
              <a:latin typeface="arial" panose="020B0604020202020204" pitchFamily="34" charset="0"/>
            </a:endParaRPr>
          </a:p>
          <a:p>
            <a:endParaRPr lang="en-US" altLang="zh-CN" dirty="0">
              <a:solidFill>
                <a:srgbClr val="333333"/>
              </a:solidFill>
              <a:latin typeface="arial" panose="020B0604020202020204" pitchFamily="34" charset="0"/>
            </a:endParaRPr>
          </a:p>
          <a:p>
            <a:r>
              <a:rPr lang="zh-CN" altLang="en-US" b="0" i="0" dirty="0">
                <a:solidFill>
                  <a:srgbClr val="333333"/>
                </a:solidFill>
                <a:effectLst/>
                <a:latin typeface="arial" panose="020B0604020202020204" pitchFamily="34" charset="0"/>
              </a:rPr>
              <a:t>踏板速率太大</a:t>
            </a:r>
            <a:endParaRPr lang="zh-CN" altLang="en-US" dirty="0"/>
          </a:p>
        </p:txBody>
      </p:sp>
      <p:sp>
        <p:nvSpPr>
          <p:cNvPr id="11" name="文本框 10">
            <a:extLst>
              <a:ext uri="{FF2B5EF4-FFF2-40B4-BE49-F238E27FC236}">
                <a16:creationId xmlns:a16="http://schemas.microsoft.com/office/drawing/2014/main" id="{E7CF7062-4F89-DEF5-B5A4-ECE1B875D33F}"/>
              </a:ext>
            </a:extLst>
          </p:cNvPr>
          <p:cNvSpPr txBox="1"/>
          <p:nvPr/>
        </p:nvSpPr>
        <p:spPr>
          <a:xfrm>
            <a:off x="7797800" y="872067"/>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2 Active -&gt; Standby</a:t>
            </a:r>
            <a:endParaRPr lang="zh-CN" altLang="en-US" dirty="0"/>
          </a:p>
        </p:txBody>
      </p:sp>
    </p:spTree>
    <p:extLst>
      <p:ext uri="{BB962C8B-B14F-4D97-AF65-F5344CB8AC3E}">
        <p14:creationId xmlns:p14="http://schemas.microsoft.com/office/powerpoint/2010/main" val="4156273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1F7748E-A750-D632-B0FB-C9600E6CE138}"/>
              </a:ext>
            </a:extLst>
          </p:cNvPr>
          <p:cNvSpPr txBox="1"/>
          <p:nvPr/>
        </p:nvSpPr>
        <p:spPr>
          <a:xfrm>
            <a:off x="736600" y="719667"/>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3 Active -&gt; off</a:t>
            </a:r>
            <a:endParaRPr lang="zh-CN" altLang="en-US" dirty="0"/>
          </a:p>
        </p:txBody>
      </p:sp>
      <p:sp>
        <p:nvSpPr>
          <p:cNvPr id="7" name="文本框 6">
            <a:extLst>
              <a:ext uri="{FF2B5EF4-FFF2-40B4-BE49-F238E27FC236}">
                <a16:creationId xmlns:a16="http://schemas.microsoft.com/office/drawing/2014/main" id="{BA7054B4-E7BA-F68B-2488-569EE2364718}"/>
              </a:ext>
            </a:extLst>
          </p:cNvPr>
          <p:cNvSpPr txBox="1"/>
          <p:nvPr/>
        </p:nvSpPr>
        <p:spPr>
          <a:xfrm>
            <a:off x="736600" y="1525600"/>
            <a:ext cx="2963333" cy="923330"/>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开关关闭</a:t>
            </a:r>
            <a:r>
              <a:rPr lang="en-US" altLang="zh-CN" dirty="0">
                <a:solidFill>
                  <a:srgbClr val="333333"/>
                </a:solidFill>
                <a:latin typeface="arial" panose="020B0604020202020204" pitchFamily="34" charset="0"/>
              </a:rPr>
              <a:t>           </a:t>
            </a:r>
            <a:r>
              <a:rPr lang="zh-CN" altLang="en-US" b="0" i="0" dirty="0">
                <a:solidFill>
                  <a:srgbClr val="333333"/>
                </a:solidFill>
                <a:effectLst/>
                <a:latin typeface="arial" panose="020B0604020202020204" pitchFamily="34" charset="0"/>
              </a:rPr>
              <a:t>或</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开关信号无效</a:t>
            </a:r>
            <a:endParaRPr lang="zh-CN" altLang="en-US" dirty="0"/>
          </a:p>
        </p:txBody>
      </p:sp>
      <p:sp>
        <p:nvSpPr>
          <p:cNvPr id="8" name="文本框 7">
            <a:extLst>
              <a:ext uri="{FF2B5EF4-FFF2-40B4-BE49-F238E27FC236}">
                <a16:creationId xmlns:a16="http://schemas.microsoft.com/office/drawing/2014/main" id="{34C4D45B-4061-9D13-4A50-392E803675A5}"/>
              </a:ext>
            </a:extLst>
          </p:cNvPr>
          <p:cNvSpPr txBox="1"/>
          <p:nvPr/>
        </p:nvSpPr>
        <p:spPr>
          <a:xfrm>
            <a:off x="6197600" y="719667"/>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4 off -&gt; Standby</a:t>
            </a:r>
            <a:endParaRPr lang="zh-CN" altLang="en-US" dirty="0"/>
          </a:p>
        </p:txBody>
      </p:sp>
      <p:sp>
        <p:nvSpPr>
          <p:cNvPr id="9" name="文本框 8">
            <a:extLst>
              <a:ext uri="{FF2B5EF4-FFF2-40B4-BE49-F238E27FC236}">
                <a16:creationId xmlns:a16="http://schemas.microsoft.com/office/drawing/2014/main" id="{72EC5ABF-66C9-F661-6C6C-99A2453B54F5}"/>
              </a:ext>
            </a:extLst>
          </p:cNvPr>
          <p:cNvSpPr txBox="1"/>
          <p:nvPr/>
        </p:nvSpPr>
        <p:spPr>
          <a:xfrm>
            <a:off x="6409266" y="1525600"/>
            <a:ext cx="2963333" cy="2585323"/>
          </a:xfrm>
          <a:prstGeom prst="rect">
            <a:avLst/>
          </a:prstGeom>
          <a:noFill/>
        </p:spPr>
        <p:txBody>
          <a:bodyPr wrap="square">
            <a:spAutoFit/>
          </a:bodyPr>
          <a:lstStyle/>
          <a:p>
            <a:r>
              <a:rPr lang="zh-CN" altLang="en-US" dirty="0"/>
              <a:t>开关打开                          且</a:t>
            </a:r>
            <a:endParaRPr lang="en-US" altLang="zh-CN" dirty="0"/>
          </a:p>
          <a:p>
            <a:endParaRPr lang="en-US" altLang="zh-CN" dirty="0"/>
          </a:p>
          <a:p>
            <a:r>
              <a:rPr lang="zh-CN" altLang="en-US" dirty="0"/>
              <a:t>开关信号有效</a:t>
            </a:r>
            <a:endParaRPr lang="en-US" altLang="zh-CN" dirty="0"/>
          </a:p>
          <a:p>
            <a:endParaRPr lang="en-US" altLang="zh-CN" dirty="0"/>
          </a:p>
          <a:p>
            <a:r>
              <a:rPr lang="zh-CN" altLang="en-US" dirty="0"/>
              <a:t>功能关键信号有效 （车速等）</a:t>
            </a:r>
            <a:endParaRPr lang="en-US" altLang="zh-CN" dirty="0"/>
          </a:p>
          <a:p>
            <a:endParaRPr lang="en-US" altLang="zh-CN" dirty="0"/>
          </a:p>
          <a:p>
            <a:r>
              <a:rPr lang="zh-CN" altLang="en-US" dirty="0"/>
              <a:t>无故障</a:t>
            </a:r>
            <a:endParaRPr lang="en-US" altLang="zh-CN" dirty="0"/>
          </a:p>
          <a:p>
            <a:endParaRPr lang="zh-CN" altLang="en-US" dirty="0"/>
          </a:p>
        </p:txBody>
      </p:sp>
      <p:sp>
        <p:nvSpPr>
          <p:cNvPr id="10" name="文本框 9">
            <a:extLst>
              <a:ext uri="{FF2B5EF4-FFF2-40B4-BE49-F238E27FC236}">
                <a16:creationId xmlns:a16="http://schemas.microsoft.com/office/drawing/2014/main" id="{907F22F9-D808-1819-41B7-3D5FD266051B}"/>
              </a:ext>
            </a:extLst>
          </p:cNvPr>
          <p:cNvSpPr txBox="1"/>
          <p:nvPr/>
        </p:nvSpPr>
        <p:spPr>
          <a:xfrm>
            <a:off x="630382" y="4298758"/>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5 Standby-&gt; off</a:t>
            </a:r>
            <a:endParaRPr lang="zh-CN" altLang="en-US" dirty="0"/>
          </a:p>
        </p:txBody>
      </p:sp>
      <p:sp>
        <p:nvSpPr>
          <p:cNvPr id="11" name="文本框 10">
            <a:extLst>
              <a:ext uri="{FF2B5EF4-FFF2-40B4-BE49-F238E27FC236}">
                <a16:creationId xmlns:a16="http://schemas.microsoft.com/office/drawing/2014/main" id="{BCC94A75-4003-735E-67FD-D2E17C6F4292}"/>
              </a:ext>
            </a:extLst>
          </p:cNvPr>
          <p:cNvSpPr txBox="1"/>
          <p:nvPr/>
        </p:nvSpPr>
        <p:spPr>
          <a:xfrm>
            <a:off x="736600" y="4735359"/>
            <a:ext cx="2963333" cy="369332"/>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开关关闭</a:t>
            </a:r>
            <a:endParaRPr lang="zh-CN" altLang="en-US" dirty="0"/>
          </a:p>
        </p:txBody>
      </p:sp>
      <p:sp>
        <p:nvSpPr>
          <p:cNvPr id="12" name="文本框 11">
            <a:extLst>
              <a:ext uri="{FF2B5EF4-FFF2-40B4-BE49-F238E27FC236}">
                <a16:creationId xmlns:a16="http://schemas.microsoft.com/office/drawing/2014/main" id="{075F237D-D8BB-7371-6287-9EA2209850E0}"/>
              </a:ext>
            </a:extLst>
          </p:cNvPr>
          <p:cNvSpPr txBox="1"/>
          <p:nvPr/>
        </p:nvSpPr>
        <p:spPr>
          <a:xfrm>
            <a:off x="6197600" y="4366027"/>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6 Standby-&gt; failure</a:t>
            </a:r>
            <a:endParaRPr lang="zh-CN" altLang="en-US" dirty="0"/>
          </a:p>
        </p:txBody>
      </p:sp>
      <p:sp>
        <p:nvSpPr>
          <p:cNvPr id="14" name="文本框 13">
            <a:extLst>
              <a:ext uri="{FF2B5EF4-FFF2-40B4-BE49-F238E27FC236}">
                <a16:creationId xmlns:a16="http://schemas.microsoft.com/office/drawing/2014/main" id="{DCB2998B-A67B-DC83-E603-5FF20C4E29DE}"/>
              </a:ext>
            </a:extLst>
          </p:cNvPr>
          <p:cNvSpPr txBox="1"/>
          <p:nvPr/>
        </p:nvSpPr>
        <p:spPr>
          <a:xfrm>
            <a:off x="6301509" y="4920025"/>
            <a:ext cx="2963333" cy="923330"/>
          </a:xfrm>
          <a:prstGeom prst="rect">
            <a:avLst/>
          </a:prstGeom>
          <a:noFill/>
        </p:spPr>
        <p:txBody>
          <a:bodyPr wrap="square">
            <a:spAutoFit/>
          </a:bodyPr>
          <a:lstStyle/>
          <a:p>
            <a:r>
              <a:rPr lang="zh-CN" altLang="en-US" dirty="0">
                <a:solidFill>
                  <a:srgbClr val="333333"/>
                </a:solidFill>
                <a:latin typeface="arial" panose="020B0604020202020204" pitchFamily="34" charset="0"/>
              </a:rPr>
              <a:t>故障降级</a:t>
            </a:r>
            <a:r>
              <a:rPr lang="en-US" altLang="zh-CN" dirty="0">
                <a:solidFill>
                  <a:srgbClr val="333333"/>
                </a:solidFill>
                <a:latin typeface="arial" panose="020B0604020202020204" pitchFamily="34" charset="0"/>
              </a:rPr>
              <a:t>           </a:t>
            </a:r>
            <a:r>
              <a:rPr lang="zh-CN" altLang="en-US" b="0" i="0" dirty="0">
                <a:solidFill>
                  <a:srgbClr val="333333"/>
                </a:solidFill>
                <a:effectLst/>
                <a:latin typeface="arial" panose="020B0604020202020204" pitchFamily="34" charset="0"/>
              </a:rPr>
              <a:t>或</a:t>
            </a:r>
            <a:endParaRPr lang="en-US" altLang="zh-CN" b="0" i="0" dirty="0">
              <a:solidFill>
                <a:srgbClr val="333333"/>
              </a:solidFill>
              <a:effectLst/>
              <a:latin typeface="arial" panose="020B0604020202020204" pitchFamily="34" charset="0"/>
            </a:endParaRPr>
          </a:p>
          <a:p>
            <a:endParaRPr lang="en-US" altLang="zh-CN" b="0" i="0" dirty="0">
              <a:solidFill>
                <a:srgbClr val="333333"/>
              </a:solidFill>
              <a:effectLst/>
              <a:latin typeface="arial" panose="020B0604020202020204" pitchFamily="34" charset="0"/>
            </a:endParaRPr>
          </a:p>
          <a:p>
            <a:r>
              <a:rPr lang="zh-CN" altLang="en-US" b="0" i="0" dirty="0">
                <a:solidFill>
                  <a:srgbClr val="333333"/>
                </a:solidFill>
                <a:effectLst/>
                <a:latin typeface="arial" panose="020B0604020202020204" pitchFamily="34" charset="0"/>
              </a:rPr>
              <a:t>关键信号无效</a:t>
            </a:r>
            <a:endParaRPr lang="zh-CN" altLang="en-US" dirty="0"/>
          </a:p>
        </p:txBody>
      </p:sp>
    </p:spTree>
    <p:extLst>
      <p:ext uri="{BB962C8B-B14F-4D97-AF65-F5344CB8AC3E}">
        <p14:creationId xmlns:p14="http://schemas.microsoft.com/office/powerpoint/2010/main" val="390256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C01BAF7-DD25-2D65-37F2-01ABE25F176F}"/>
              </a:ext>
            </a:extLst>
          </p:cNvPr>
          <p:cNvSpPr txBox="1"/>
          <p:nvPr/>
        </p:nvSpPr>
        <p:spPr>
          <a:xfrm>
            <a:off x="988291" y="1068646"/>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7 failure -&gt; Standby</a:t>
            </a:r>
            <a:endParaRPr lang="zh-CN" altLang="en-US" dirty="0"/>
          </a:p>
        </p:txBody>
      </p:sp>
      <p:sp>
        <p:nvSpPr>
          <p:cNvPr id="3" name="文本框 2">
            <a:extLst>
              <a:ext uri="{FF2B5EF4-FFF2-40B4-BE49-F238E27FC236}">
                <a16:creationId xmlns:a16="http://schemas.microsoft.com/office/drawing/2014/main" id="{B22378F3-799A-EE9B-D617-BA9E304A15B5}"/>
              </a:ext>
            </a:extLst>
          </p:cNvPr>
          <p:cNvSpPr txBox="1"/>
          <p:nvPr/>
        </p:nvSpPr>
        <p:spPr>
          <a:xfrm>
            <a:off x="1092200" y="1622644"/>
            <a:ext cx="4800600" cy="923330"/>
          </a:xfrm>
          <a:prstGeom prst="rect">
            <a:avLst/>
          </a:prstGeom>
          <a:noFill/>
        </p:spPr>
        <p:txBody>
          <a:bodyPr wrap="square">
            <a:spAutoFit/>
          </a:bodyPr>
          <a:lstStyle/>
          <a:p>
            <a:r>
              <a:rPr lang="zh-CN" altLang="en-US" dirty="0"/>
              <a:t>故障恢复                                   且</a:t>
            </a:r>
            <a:endParaRPr lang="en-US" altLang="zh-CN" dirty="0"/>
          </a:p>
          <a:p>
            <a:r>
              <a:rPr lang="zh-CN" altLang="en-US" dirty="0"/>
              <a:t>关键信号恢复 </a:t>
            </a:r>
            <a:endParaRPr lang="en-US" altLang="zh-CN" dirty="0"/>
          </a:p>
          <a:p>
            <a:r>
              <a:rPr lang="zh-CN" altLang="en-US" dirty="0"/>
              <a:t>开关保持开启</a:t>
            </a:r>
          </a:p>
        </p:txBody>
      </p:sp>
      <p:sp>
        <p:nvSpPr>
          <p:cNvPr id="4" name="文本框 3">
            <a:extLst>
              <a:ext uri="{FF2B5EF4-FFF2-40B4-BE49-F238E27FC236}">
                <a16:creationId xmlns:a16="http://schemas.microsoft.com/office/drawing/2014/main" id="{CCFF0797-C224-BA46-3DBA-706D7A95745C}"/>
              </a:ext>
            </a:extLst>
          </p:cNvPr>
          <p:cNvSpPr txBox="1"/>
          <p:nvPr/>
        </p:nvSpPr>
        <p:spPr>
          <a:xfrm>
            <a:off x="5992091" y="1068646"/>
            <a:ext cx="3386667" cy="369332"/>
          </a:xfrm>
          <a:prstGeom prst="rect">
            <a:avLst/>
          </a:prstGeom>
          <a:noFill/>
        </p:spPr>
        <p:txBody>
          <a:bodyPr wrap="square" rtlCol="0">
            <a:spAutoFit/>
          </a:bodyPr>
          <a:lstStyle/>
          <a:p>
            <a:r>
              <a:rPr lang="en-US" altLang="zh-CN" dirty="0"/>
              <a:t> </a:t>
            </a:r>
            <a:r>
              <a:rPr lang="zh-CN" altLang="en-US" dirty="0"/>
              <a:t>条件</a:t>
            </a:r>
            <a:r>
              <a:rPr lang="en-US" altLang="zh-CN" dirty="0"/>
              <a:t>8 active-&gt; failure</a:t>
            </a:r>
            <a:endParaRPr lang="zh-CN" altLang="en-US" dirty="0"/>
          </a:p>
        </p:txBody>
      </p:sp>
      <p:sp>
        <p:nvSpPr>
          <p:cNvPr id="5" name="文本框 4">
            <a:extLst>
              <a:ext uri="{FF2B5EF4-FFF2-40B4-BE49-F238E27FC236}">
                <a16:creationId xmlns:a16="http://schemas.microsoft.com/office/drawing/2014/main" id="{32E69027-5E97-B2F9-E02B-5553BB6D8D6E}"/>
              </a:ext>
            </a:extLst>
          </p:cNvPr>
          <p:cNvSpPr txBox="1"/>
          <p:nvPr/>
        </p:nvSpPr>
        <p:spPr>
          <a:xfrm>
            <a:off x="6096000" y="1622644"/>
            <a:ext cx="4800600" cy="923330"/>
          </a:xfrm>
          <a:prstGeom prst="rect">
            <a:avLst/>
          </a:prstGeom>
          <a:noFill/>
        </p:spPr>
        <p:txBody>
          <a:bodyPr wrap="square">
            <a:spAutoFit/>
          </a:bodyPr>
          <a:lstStyle/>
          <a:p>
            <a:r>
              <a:rPr lang="zh-CN" altLang="en-US" dirty="0">
                <a:solidFill>
                  <a:srgbClr val="333333"/>
                </a:solidFill>
                <a:latin typeface="arial" panose="020B0604020202020204" pitchFamily="34" charset="0"/>
              </a:rPr>
              <a:t>故障降级</a:t>
            </a:r>
            <a:r>
              <a:rPr lang="en-US" altLang="zh-CN" dirty="0">
                <a:solidFill>
                  <a:srgbClr val="333333"/>
                </a:solidFill>
                <a:latin typeface="arial" panose="020B0604020202020204" pitchFamily="34" charset="0"/>
              </a:rPr>
              <a:t>           </a:t>
            </a:r>
            <a:r>
              <a:rPr lang="zh-CN" altLang="en-US" dirty="0">
                <a:solidFill>
                  <a:srgbClr val="333333"/>
                </a:solidFill>
                <a:latin typeface="arial" panose="020B0604020202020204" pitchFamily="34" charset="0"/>
              </a:rPr>
              <a:t>或</a:t>
            </a:r>
            <a:endParaRPr lang="en-US" altLang="zh-CN" dirty="0">
              <a:solidFill>
                <a:srgbClr val="333333"/>
              </a:solidFill>
              <a:latin typeface="arial" panose="020B0604020202020204" pitchFamily="34" charset="0"/>
            </a:endParaRPr>
          </a:p>
          <a:p>
            <a:endParaRPr lang="en-US" altLang="zh-CN" dirty="0">
              <a:solidFill>
                <a:srgbClr val="333333"/>
              </a:solidFill>
              <a:latin typeface="arial" panose="020B0604020202020204" pitchFamily="34" charset="0"/>
            </a:endParaRPr>
          </a:p>
          <a:p>
            <a:r>
              <a:rPr lang="zh-CN" altLang="en-US" dirty="0">
                <a:solidFill>
                  <a:srgbClr val="333333"/>
                </a:solidFill>
                <a:latin typeface="arial" panose="020B0604020202020204" pitchFamily="34" charset="0"/>
              </a:rPr>
              <a:t>关键信号无效</a:t>
            </a:r>
            <a:endParaRPr lang="zh-CN" altLang="en-US" dirty="0"/>
          </a:p>
        </p:txBody>
      </p:sp>
    </p:spTree>
    <p:extLst>
      <p:ext uri="{BB962C8B-B14F-4D97-AF65-F5344CB8AC3E}">
        <p14:creationId xmlns:p14="http://schemas.microsoft.com/office/powerpoint/2010/main" val="4008267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5CCC3DB-698A-402B-1499-552B7378B507}"/>
              </a:ext>
            </a:extLst>
          </p:cNvPr>
          <p:cNvSpPr txBox="1"/>
          <p:nvPr/>
        </p:nvSpPr>
        <p:spPr>
          <a:xfrm>
            <a:off x="567268" y="920621"/>
            <a:ext cx="7442200" cy="4462760"/>
          </a:xfrm>
          <a:prstGeom prst="rect">
            <a:avLst/>
          </a:prstGeom>
          <a:noFill/>
        </p:spPr>
        <p:txBody>
          <a:bodyPr wrap="square">
            <a:spAutoFit/>
          </a:bodyPr>
          <a:lstStyle/>
          <a:p>
            <a:pPr>
              <a:spcAft>
                <a:spcPts val="600"/>
              </a:spcAft>
              <a:buNone/>
            </a:pPr>
            <a:r>
              <a:rPr lang="zh-CN" altLang="zh-CN" sz="1800" dirty="0">
                <a:effectLst/>
                <a:latin typeface="SimSun" panose="02010600030101010101" pitchFamily="2" charset="-122"/>
                <a:ea typeface="SimSun" panose="02010600030101010101" pitchFamily="2" charset="-122"/>
                <a:cs typeface="SimSun" panose="02010600030101010101" pitchFamily="2" charset="-122"/>
              </a:rPr>
              <a:t>我现在在编辑舒适停车的系统方案，对于之前初版功能规范里的有些内容需要再和你确认一下</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1</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、边界条件的大致数值</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①</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制动踏板高于阈值 </a:t>
            </a:r>
            <a:r>
              <a:rPr lang="zh-CN" altLang="zh-CN" sz="1800" dirty="0">
                <a:effectLst/>
                <a:highlight>
                  <a:srgbClr val="00FF00"/>
                </a:highlight>
                <a:latin typeface="SimSun" panose="02010600030101010101" pitchFamily="2" charset="-122"/>
                <a:ea typeface="SimSun" panose="02010600030101010101" pitchFamily="2" charset="-122"/>
                <a:cs typeface="SimSun" panose="02010600030101010101" pitchFamily="2" charset="-122"/>
              </a:rPr>
              <a:t>（根据坡度值会动态调整）</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②</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制动踏板速率小于阈值</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③</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车速在工作区间</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④</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减速度在工作区间</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⑤</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坡度小于阈值</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⑥</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侧向加速度小于阈值</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⑦</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转向角小于阈值</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buNone/>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2</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、假如出现一个模块的故障，例如悬架相关故障，</a:t>
            </a:r>
            <a:r>
              <a:rPr lang="en-US" altLang="zh-CN" sz="1800" dirty="0">
                <a:effectLst/>
                <a:latin typeface="SimSun" panose="02010600030101010101" pitchFamily="2" charset="-122"/>
                <a:ea typeface="SimSun" panose="02010600030101010101" pitchFamily="2" charset="-122"/>
                <a:cs typeface="SimSun" panose="02010600030101010101" pitchFamily="2" charset="-122"/>
              </a:rPr>
              <a:t>CST</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功能会降级吗</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a:p>
            <a:pPr>
              <a:spcAft>
                <a:spcPts val="600"/>
              </a:spcAft>
            </a:pPr>
            <a:r>
              <a:rPr lang="en-US" altLang="zh-CN" sz="1800" dirty="0">
                <a:effectLst/>
                <a:latin typeface="SimSun" panose="02010600030101010101" pitchFamily="2" charset="-122"/>
                <a:ea typeface="SimSun" panose="02010600030101010101" pitchFamily="2" charset="-122"/>
                <a:cs typeface="SimSun" panose="02010600030101010101" pitchFamily="2" charset="-122"/>
              </a:rPr>
              <a:t>3</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、功能规范里关于空悬和主动悬架的协同，</a:t>
            </a:r>
            <a:r>
              <a:rPr lang="en-US" altLang="zh-CN" sz="1800" dirty="0">
                <a:effectLst/>
                <a:latin typeface="SimSun" panose="02010600030101010101" pitchFamily="2" charset="-122"/>
                <a:ea typeface="SimSun" panose="02010600030101010101" pitchFamily="2" charset="-122"/>
                <a:cs typeface="SimSun" panose="02010600030101010101" pitchFamily="2" charset="-122"/>
              </a:rPr>
              <a:t>CST</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功能会请求空簧的刚度吗，规范里貌似没有提及，只提到了</a:t>
            </a:r>
            <a:r>
              <a:rPr lang="en-US" altLang="zh-CN" sz="1800" dirty="0">
                <a:effectLst/>
                <a:latin typeface="SimSun" panose="02010600030101010101" pitchFamily="2" charset="-122"/>
                <a:ea typeface="SimSun" panose="02010600030101010101" pitchFamily="2" charset="-122"/>
                <a:cs typeface="SimSun" panose="02010600030101010101" pitchFamily="2" charset="-122"/>
              </a:rPr>
              <a:t>CDC</a:t>
            </a:r>
            <a:r>
              <a:rPr lang="zh-CN" altLang="zh-CN" sz="1800" dirty="0">
                <a:effectLst/>
                <a:latin typeface="SimSun" panose="02010600030101010101" pitchFamily="2" charset="-122"/>
                <a:ea typeface="SimSun" panose="02010600030101010101" pitchFamily="2" charset="-122"/>
                <a:cs typeface="SimSun" panose="02010600030101010101" pitchFamily="2" charset="-122"/>
              </a:rPr>
              <a:t>的控制</a:t>
            </a:r>
            <a:endParaRPr lang="zh-CN" altLang="zh-CN" sz="2400" dirty="0">
              <a:effectLst/>
              <a:latin typeface="SimSun" panose="02010600030101010101" pitchFamily="2" charset="-122"/>
              <a:ea typeface="SimSun" panose="02010600030101010101" pitchFamily="2" charset="-122"/>
              <a:cs typeface="SimSun" panose="02010600030101010101" pitchFamily="2" charset="-122"/>
            </a:endParaRPr>
          </a:p>
        </p:txBody>
      </p:sp>
    </p:spTree>
    <p:extLst>
      <p:ext uri="{BB962C8B-B14F-4D97-AF65-F5344CB8AC3E}">
        <p14:creationId xmlns:p14="http://schemas.microsoft.com/office/powerpoint/2010/main" val="81244455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4ecdb93-bc7f-4438-8c77-236ab96c18a9" xsi:nil="true"/>
    <lcf76f155ced4ddcb4097134ff3c332f xmlns="455088e1-af34-4927-a3f0-bdce59540293">
      <Terms xmlns="http://schemas.microsoft.com/office/infopath/2007/PartnerControls"/>
    </lcf76f155ced4ddcb4097134ff3c332f>
    <PrimeCorrectedByUser xmlns="f4ecdb93-bc7f-4438-8c77-236ab96c18a9" xsi:nil="true"/>
    <testStatus xmlns="455088e1-af34-4927-a3f0-bdce59540293" xsi:nil="true"/>
    <PrimeClassificationStatusDetails xmlns="f4ecdb93-bc7f-4438-8c77-236ab96c18a9" xsi:nil="true"/>
    <PrimeClassificationStatus xmlns="f4ecdb93-bc7f-4438-8c77-236ab96c18a9" xsi:nil="true"/>
    <PrimeLastClassified xmlns="f4ecdb93-bc7f-4438-8c77-236ab96c18a9" xsi:nil="true"/>
    <PrimeAutofillMeta xmlns="f4ecdb93-bc7f-4438-8c77-236ab96c18a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4ECDE3992A08C4AB27EAAF617A05967" ma:contentTypeVersion="18" ma:contentTypeDescription="Create a new document." ma:contentTypeScope="" ma:versionID="9683c085a59988fd2dc84fe522921e1c">
  <xsd:schema xmlns:xsd="http://www.w3.org/2001/XMLSchema" xmlns:xs="http://www.w3.org/2001/XMLSchema" xmlns:p="http://schemas.microsoft.com/office/2006/metadata/properties" xmlns:ns2="455088e1-af34-4927-a3f0-bdce59540293" xmlns:ns3="f4ecdb93-bc7f-4438-8c77-236ab96c18a9" targetNamespace="http://schemas.microsoft.com/office/2006/metadata/properties" ma:root="true" ma:fieldsID="7184c417cebe2c46bf9076e6fd8b1060" ns2:_="" ns3:_="">
    <xsd:import namespace="455088e1-af34-4927-a3f0-bdce59540293"/>
    <xsd:import namespace="f4ecdb93-bc7f-4438-8c77-236ab96c18a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2:MediaLengthInSeconds" minOccurs="0"/>
                <xsd:element ref="ns2:testStatus" minOccurs="0"/>
                <xsd:element ref="ns3:PrimeClassificationStatus" minOccurs="0"/>
                <xsd:element ref="ns3:PrimeClassificationStatusDetails" minOccurs="0"/>
                <xsd:element ref="ns3:PrimeLastClassified" minOccurs="0"/>
                <xsd:element ref="ns3:PrimeCorrectedByUser" minOccurs="0"/>
                <xsd:element ref="ns3:PrimeAutofillMe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5088e1-af34-4927-a3f0-bdce595402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1535f45-074a-4eaf-b5ce-0ad645dc027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testStatus" ma:index="20" nillable="true" ma:displayName="Test status" ma:description="Summarizes overall test outcome so failed or mixed-result files can be found quickly." ma:internalName="testStatus">
      <xsd:simpleType>
        <xsd:restriction base="dms:Choice">
          <xsd:enumeration value="Pass"/>
          <xsd:enumeration value="Fail"/>
          <xsd:enumeration value="Error"/>
          <xsd:enumeration value="Skipped"/>
          <xsd:enumeration value="Mixed"/>
          <xsd:enumeration value="Not found"/>
        </xsd:restriction>
      </xsd:simpleType>
    </xsd:element>
  </xsd:schema>
  <xsd:schema xmlns:xsd="http://www.w3.org/2001/XMLSchema" xmlns:xs="http://www.w3.org/2001/XMLSchema" xmlns:dms="http://schemas.microsoft.com/office/2006/documentManagement/types" xmlns:pc="http://schemas.microsoft.com/office/infopath/2007/PartnerControls" targetNamespace="f4ecdb93-bc7f-4438-8c77-236ab96c18a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8791390-06cd-44ed-84f9-ca1c8568e0c9}" ma:internalName="TaxCatchAll" ma:showField="CatchAllData" ma:web="f4ecdb93-bc7f-4438-8c77-236ab96c18a9">
      <xsd:complexType>
        <xsd:complexContent>
          <xsd:extension base="dms:MultiChoiceLookup">
            <xsd:sequence>
              <xsd:element name="Value" type="dms:Lookup" maxOccurs="unbounded" minOccurs="0" nillable="true"/>
            </xsd:sequence>
          </xsd:extension>
        </xsd:complexContent>
      </xsd:complexType>
    </xsd:element>
    <xsd:element name="PrimeClassificationStatus" ma:index="21" nillable="true" ma:displayName="Processing status" ma:internalName="PrimeClassificationStatus">
      <xsd:simpleType>
        <xsd:restriction base="dms:Text"/>
      </xsd:simpleType>
    </xsd:element>
    <xsd:element name="PrimeClassificationStatusDetails" ma:index="22" nillable="true" ma:displayName="Processing details" ma:internalName="PrimeClassificationStatusDetails">
      <xsd:simpleType>
        <xsd:restriction base="dms:Note">
          <xsd:maxLength value="255"/>
        </xsd:restriction>
      </xsd:simpleType>
    </xsd:element>
    <xsd:element name="PrimeLastClassified" ma:index="23" nillable="true" ma:displayName="Processed" ma:internalName="PrimeLastClassified">
      <xsd:simpleType>
        <xsd:restriction base="dms:DateTime"/>
      </xsd:simpleType>
    </xsd:element>
    <xsd:element name="PrimeCorrectedByUser" ma:index="24" nillable="true" ma:displayName="Corrected" ma:internalName="PrimeCorrectedByUser">
      <xsd:simpleType>
        <xsd:restriction base="dms:Boolean"/>
      </xsd:simpleType>
    </xsd:element>
    <xsd:element name="PrimeAutofillMeta" ma:index="25" nillable="true" ma:displayName="Autofill Meta" ma:hidden="true" ma:internalName="PrimeAutofillMeta">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83EBEB-3612-42A7-9F64-7E0EE188DF06}">
  <ds:schemaRefs>
    <ds:schemaRef ds:uri="http://schemas.microsoft.com/office/2006/metadata/properties"/>
    <ds:schemaRef ds:uri="http://schemas.microsoft.com/office/infopath/2007/PartnerControls"/>
    <ds:schemaRef ds:uri="f4ecdb93-bc7f-4438-8c77-236ab96c18a9"/>
    <ds:schemaRef ds:uri="455088e1-af34-4927-a3f0-bdce59540293"/>
  </ds:schemaRefs>
</ds:datastoreItem>
</file>

<file path=customXml/itemProps2.xml><?xml version="1.0" encoding="utf-8"?>
<ds:datastoreItem xmlns:ds="http://schemas.openxmlformats.org/officeDocument/2006/customXml" ds:itemID="{E66995B4-5427-4187-B54B-5E69243ED8B3}">
  <ds:schemaRefs>
    <ds:schemaRef ds:uri="http://schemas.microsoft.com/sharepoint/v3/contenttype/forms"/>
  </ds:schemaRefs>
</ds:datastoreItem>
</file>

<file path=customXml/itemProps3.xml><?xml version="1.0" encoding="utf-8"?>
<ds:datastoreItem xmlns:ds="http://schemas.openxmlformats.org/officeDocument/2006/customXml" ds:itemID="{D57B575F-12BB-4BD7-ABC8-7B992ED549A7}"/>
</file>

<file path=docProps/app.xml><?xml version="1.0" encoding="utf-8"?>
<Properties xmlns="http://schemas.openxmlformats.org/officeDocument/2006/extended-properties" xmlns:vt="http://schemas.openxmlformats.org/officeDocument/2006/docPropsVTypes">
  <TotalTime>0</TotalTime>
  <Words>856</Words>
  <Application>Microsoft Office PowerPoint</Application>
  <PresentationFormat>宽屏</PresentationFormat>
  <Paragraphs>116</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等线</vt:lpstr>
      <vt:lpstr>等线 Light</vt:lpstr>
      <vt:lpstr>Segoe WPC</vt:lpstr>
      <vt:lpstr>SimSun</vt:lpstr>
      <vt:lpstr>Arial</vt:lpstr>
      <vt:lpstr>Arial</vt:lpstr>
      <vt:lpstr>Consolas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Yang Zhen SGH CDAY223</dc:creator>
  <cp:lastModifiedBy>Yang Zhen SGH CDAY223</cp:lastModifiedBy>
  <cp:revision>1</cp:revision>
  <dcterms:created xsi:type="dcterms:W3CDTF">2025-10-16T07:00:28Z</dcterms:created>
  <dcterms:modified xsi:type="dcterms:W3CDTF">2026-02-28T06:52:24Z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294a1c8-9899-41e7-8f6e-8b1b3c79592a_Enabled">
    <vt:lpwstr>true</vt:lpwstr>
  </property>
  <property fmtid="{D5CDD505-2E9C-101B-9397-08002B2CF9AE}" pid="3" name="MSIP_Label_7294a1c8-9899-41e7-8f6e-8b1b3c79592a_SetDate">
    <vt:lpwstr>2025-10-16T07:00:39Z</vt:lpwstr>
  </property>
  <property fmtid="{D5CDD505-2E9C-101B-9397-08002B2CF9AE}" pid="4" name="MSIP_Label_7294a1c8-9899-41e7-8f6e-8b1b3c79592a_Method">
    <vt:lpwstr>Privileged</vt:lpwstr>
  </property>
  <property fmtid="{D5CDD505-2E9C-101B-9397-08002B2CF9AE}" pid="5" name="MSIP_Label_7294a1c8-9899-41e7-8f6e-8b1b3c79592a_Name">
    <vt:lpwstr>Internal sub2 (no marking)</vt:lpwstr>
  </property>
  <property fmtid="{D5CDD505-2E9C-101B-9397-08002B2CF9AE}" pid="6" name="MSIP_Label_7294a1c8-9899-41e7-8f6e-8b1b3c79592a_SiteId">
    <vt:lpwstr>eb70b763-b6d7-4486-8555-8831709a784e</vt:lpwstr>
  </property>
  <property fmtid="{D5CDD505-2E9C-101B-9397-08002B2CF9AE}" pid="7" name="MSIP_Label_7294a1c8-9899-41e7-8f6e-8b1b3c79592a_ActionId">
    <vt:lpwstr>35321a50-c3e7-4675-82cb-9128dabda358</vt:lpwstr>
  </property>
  <property fmtid="{D5CDD505-2E9C-101B-9397-08002B2CF9AE}" pid="8" name="MSIP_Label_7294a1c8-9899-41e7-8f6e-8b1b3c79592a_ContentBits">
    <vt:lpwstr>0</vt:lpwstr>
  </property>
  <property fmtid="{D5CDD505-2E9C-101B-9397-08002B2CF9AE}" pid="9" name="MSIP_Label_7294a1c8-9899-41e7-8f6e-8b1b3c79592a_Tag">
    <vt:lpwstr>10, 0, 1, 1</vt:lpwstr>
  </property>
  <property fmtid="{D5CDD505-2E9C-101B-9397-08002B2CF9AE}" pid="10" name="ContentTypeId">
    <vt:lpwstr>0x010100F4ECDE3992A08C4AB27EAAF617A05967</vt:lpwstr>
  </property>
  <property fmtid="{D5CDD505-2E9C-101B-9397-08002B2CF9AE}" pid="11" name="MediaServiceImageTags">
    <vt:lpwstr/>
  </property>
</Properties>
</file>